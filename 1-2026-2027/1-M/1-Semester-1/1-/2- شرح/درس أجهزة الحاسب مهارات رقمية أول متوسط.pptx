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sldIdLst>
    <p:sldId id="258" r:id="rId2"/>
    <p:sldId id="259" r:id="rId3"/>
    <p:sldId id="260" r:id="rId4"/>
    <p:sldId id="263" r:id="rId5"/>
    <p:sldId id="288" r:id="rId6"/>
    <p:sldId id="261" r:id="rId7"/>
    <p:sldId id="264" r:id="rId8"/>
    <p:sldId id="265" r:id="rId9"/>
    <p:sldId id="266" r:id="rId10"/>
    <p:sldId id="269" r:id="rId11"/>
    <p:sldId id="268" r:id="rId12"/>
    <p:sldId id="290" r:id="rId13"/>
    <p:sldId id="267" r:id="rId14"/>
    <p:sldId id="270" r:id="rId15"/>
    <p:sldId id="271" r:id="rId16"/>
    <p:sldId id="272" r:id="rId17"/>
    <p:sldId id="273" r:id="rId18"/>
    <p:sldId id="274" r:id="rId19"/>
    <p:sldId id="275" r:id="rId20"/>
    <p:sldId id="276" r:id="rId21"/>
    <p:sldId id="278" r:id="rId22"/>
    <p:sldId id="277" r:id="rId23"/>
    <p:sldId id="289" r:id="rId24"/>
    <p:sldId id="280" r:id="rId25"/>
    <p:sldId id="279" r:id="rId26"/>
    <p:sldId id="287" r:id="rId27"/>
    <p:sldId id="284" r:id="rId28"/>
    <p:sldId id="281" r:id="rId29"/>
    <p:sldId id="282" r:id="rId30"/>
    <p:sldId id="283" r:id="rId31"/>
    <p:sldId id="285" r:id="rId32"/>
    <p:sldId id="286" r:id="rId33"/>
  </p:sldIdLst>
  <p:sldSz cx="12192000" cy="6858000"/>
  <p:notesSz cx="6858000" cy="9144000"/>
  <p:custDataLst>
    <p:tags r:id="rId34"/>
  </p:custDataLst>
  <p:defaultText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35461"/>
    <a:srgbClr val="6C63FF"/>
    <a:srgbClr val="FFDE7C"/>
    <a:srgbClr val="3884FD"/>
    <a:srgbClr val="536DFE"/>
    <a:srgbClr val="2F2E41"/>
    <a:srgbClr val="EC758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5000" autoAdjust="0"/>
    <p:restoredTop sz="94660"/>
  </p:normalViewPr>
  <p:slideViewPr>
    <p:cSldViewPr snapToGrid="0">
      <p:cViewPr varScale="1">
        <p:scale>
          <a:sx n="68" d="100"/>
          <a:sy n="68" d="100"/>
        </p:scale>
        <p:origin x="73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gs" Target="tags/tag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E6F1F146-7886-4ACE-9A5D-398A57307167}"/>
              </a:ext>
            </a:extLst>
          </p:cNvPr>
          <p:cNvSpPr>
            <a:spLocks noGrp="1"/>
          </p:cNvSpPr>
          <p:nvPr>
            <p:ph type="ctrTitle"/>
          </p:nvPr>
        </p:nvSpPr>
        <p:spPr>
          <a:xfrm>
            <a:off x="1524000" y="1122363"/>
            <a:ext cx="9144000" cy="2387600"/>
          </a:xfrm>
        </p:spPr>
        <p:txBody>
          <a:bodyPr anchor="b"/>
          <a:lstStyle>
            <a:lvl1pPr algn="ctr">
              <a:defRPr sz="6000"/>
            </a:lvl1pPr>
          </a:lstStyle>
          <a:p>
            <a:r>
              <a:rPr lang="ar-SA"/>
              <a:t>انقر لتحرير نمط عنوان الشكل الرئيسي</a:t>
            </a:r>
          </a:p>
        </p:txBody>
      </p:sp>
      <p:sp>
        <p:nvSpPr>
          <p:cNvPr id="3" name="عنوان فرعي 2">
            <a:extLst>
              <a:ext uri="{FF2B5EF4-FFF2-40B4-BE49-F238E27FC236}">
                <a16:creationId xmlns:a16="http://schemas.microsoft.com/office/drawing/2014/main" id="{D00C9218-0C44-443E-A9E8-9B0AB64211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a:t>انقر لتحرير نمط العنوان الفرعي للشكل الرئيسي</a:t>
            </a:r>
          </a:p>
        </p:txBody>
      </p:sp>
      <p:sp>
        <p:nvSpPr>
          <p:cNvPr id="4" name="عنصر نائب للتاريخ 3">
            <a:extLst>
              <a:ext uri="{FF2B5EF4-FFF2-40B4-BE49-F238E27FC236}">
                <a16:creationId xmlns:a16="http://schemas.microsoft.com/office/drawing/2014/main" id="{B7FB94F8-A0A5-42BA-AA5C-6770C2A4633F}"/>
              </a:ext>
            </a:extLst>
          </p:cNvPr>
          <p:cNvSpPr>
            <a:spLocks noGrp="1"/>
          </p:cNvSpPr>
          <p:nvPr>
            <p:ph type="dt" sz="half" idx="10"/>
          </p:nvPr>
        </p:nvSpPr>
        <p:spPr/>
        <p:txBody>
          <a:bodyPr/>
          <a:lstStyle/>
          <a:p>
            <a:fld id="{1E613456-38AD-48A9-B1DC-711E33F7C530}" type="datetimeFigureOut">
              <a:rPr lang="ar-SA" smtClean="0"/>
              <a:t>03/01/43</a:t>
            </a:fld>
            <a:endParaRPr lang="ar-SA"/>
          </a:p>
        </p:txBody>
      </p:sp>
      <p:sp>
        <p:nvSpPr>
          <p:cNvPr id="5" name="عنصر نائب للتذييل 4">
            <a:extLst>
              <a:ext uri="{FF2B5EF4-FFF2-40B4-BE49-F238E27FC236}">
                <a16:creationId xmlns:a16="http://schemas.microsoft.com/office/drawing/2014/main" id="{B3316B25-6ED5-4B40-9698-9B9BD4CC9A07}"/>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3E9755BC-3147-4F94-A06B-82980C934DDC}"/>
              </a:ext>
            </a:extLst>
          </p:cNvPr>
          <p:cNvSpPr>
            <a:spLocks noGrp="1"/>
          </p:cNvSpPr>
          <p:nvPr>
            <p:ph type="sldNum" sz="quarter" idx="12"/>
          </p:nvPr>
        </p:nvSpPr>
        <p:spPr/>
        <p:txBody>
          <a:bodyPr/>
          <a:lstStyle/>
          <a:p>
            <a:fld id="{C212105B-37AB-49FB-B67B-394A9B9C86FF}" type="slidenum">
              <a:rPr lang="ar-SA" smtClean="0"/>
              <a:t>‹#›</a:t>
            </a:fld>
            <a:endParaRPr lang="ar-SA"/>
          </a:p>
        </p:txBody>
      </p:sp>
    </p:spTree>
    <p:extLst>
      <p:ext uri="{BB962C8B-B14F-4D97-AF65-F5344CB8AC3E}">
        <p14:creationId xmlns:p14="http://schemas.microsoft.com/office/powerpoint/2010/main" val="36322109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6F53ACC2-D11E-40B7-82B5-7E81AF9E541F}"/>
              </a:ext>
            </a:extLst>
          </p:cNvPr>
          <p:cNvSpPr>
            <a:spLocks noGrp="1"/>
          </p:cNvSpPr>
          <p:nvPr>
            <p:ph type="title"/>
          </p:nvPr>
        </p:nvSpPr>
        <p:spPr/>
        <p:txBody>
          <a:body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022B5930-6C0B-464A-AF3C-C6E65063EC35}"/>
              </a:ext>
            </a:extLst>
          </p:cNvPr>
          <p:cNvSpPr>
            <a:spLocks noGrp="1"/>
          </p:cNvSpPr>
          <p:nvPr>
            <p:ph idx="1"/>
          </p:nvPr>
        </p:nvSpPr>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4C86685B-3CE0-4C3A-81C6-D4E3C417F2CE}"/>
              </a:ext>
            </a:extLst>
          </p:cNvPr>
          <p:cNvSpPr>
            <a:spLocks noGrp="1"/>
          </p:cNvSpPr>
          <p:nvPr>
            <p:ph type="dt" sz="half" idx="10"/>
          </p:nvPr>
        </p:nvSpPr>
        <p:spPr/>
        <p:txBody>
          <a:bodyPr/>
          <a:lstStyle/>
          <a:p>
            <a:fld id="{1E613456-38AD-48A9-B1DC-711E33F7C530}" type="datetimeFigureOut">
              <a:rPr lang="ar-SA" smtClean="0"/>
              <a:t>03/01/43</a:t>
            </a:fld>
            <a:endParaRPr lang="ar-SA"/>
          </a:p>
        </p:txBody>
      </p:sp>
      <p:sp>
        <p:nvSpPr>
          <p:cNvPr id="5" name="عنصر نائب للتذييل 4">
            <a:extLst>
              <a:ext uri="{FF2B5EF4-FFF2-40B4-BE49-F238E27FC236}">
                <a16:creationId xmlns:a16="http://schemas.microsoft.com/office/drawing/2014/main" id="{C745429D-72BB-45D1-8A33-74DA7807A5F8}"/>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A7529009-A6A1-4386-8950-EE89A1BBFB40}"/>
              </a:ext>
            </a:extLst>
          </p:cNvPr>
          <p:cNvSpPr>
            <a:spLocks noGrp="1"/>
          </p:cNvSpPr>
          <p:nvPr>
            <p:ph type="sldNum" sz="quarter" idx="12"/>
          </p:nvPr>
        </p:nvSpPr>
        <p:spPr/>
        <p:txBody>
          <a:bodyPr/>
          <a:lstStyle/>
          <a:p>
            <a:fld id="{C212105B-37AB-49FB-B67B-394A9B9C86FF}" type="slidenum">
              <a:rPr lang="ar-SA" smtClean="0"/>
              <a:t>‹#›</a:t>
            </a:fld>
            <a:endParaRPr lang="ar-SA"/>
          </a:p>
        </p:txBody>
      </p:sp>
    </p:spTree>
    <p:extLst>
      <p:ext uri="{BB962C8B-B14F-4D97-AF65-F5344CB8AC3E}">
        <p14:creationId xmlns:p14="http://schemas.microsoft.com/office/powerpoint/2010/main" val="34282102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F393555B-34FC-45B7-8CEA-AA721E2BE941}"/>
              </a:ext>
            </a:extLst>
          </p:cNvPr>
          <p:cNvSpPr>
            <a:spLocks noGrp="1"/>
          </p:cNvSpPr>
          <p:nvPr>
            <p:ph type="title"/>
          </p:nvPr>
        </p:nvSpPr>
        <p:spPr>
          <a:xfrm>
            <a:off x="831850" y="1709738"/>
            <a:ext cx="10515600" cy="2852737"/>
          </a:xfrm>
        </p:spPr>
        <p:txBody>
          <a:bodyPr anchor="b"/>
          <a:lstStyle>
            <a:lvl1pPr>
              <a:defRPr sz="6000"/>
            </a:lvl1p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61410089-38DE-4F8C-A1F4-341637D7D12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ar-SA"/>
              <a:t>انقر لتحرير أنماط نص الشكل الرئيسي</a:t>
            </a:r>
          </a:p>
        </p:txBody>
      </p:sp>
      <p:sp>
        <p:nvSpPr>
          <p:cNvPr id="4" name="عنصر نائب للتاريخ 3">
            <a:extLst>
              <a:ext uri="{FF2B5EF4-FFF2-40B4-BE49-F238E27FC236}">
                <a16:creationId xmlns:a16="http://schemas.microsoft.com/office/drawing/2014/main" id="{FF2A7509-BF33-4173-BBF5-1723C1C4400A}"/>
              </a:ext>
            </a:extLst>
          </p:cNvPr>
          <p:cNvSpPr>
            <a:spLocks noGrp="1"/>
          </p:cNvSpPr>
          <p:nvPr>
            <p:ph type="dt" sz="half" idx="10"/>
          </p:nvPr>
        </p:nvSpPr>
        <p:spPr/>
        <p:txBody>
          <a:bodyPr/>
          <a:lstStyle/>
          <a:p>
            <a:fld id="{1E613456-38AD-48A9-B1DC-711E33F7C530}" type="datetimeFigureOut">
              <a:rPr lang="ar-SA" smtClean="0"/>
              <a:t>03/01/43</a:t>
            </a:fld>
            <a:endParaRPr lang="ar-SA"/>
          </a:p>
        </p:txBody>
      </p:sp>
      <p:sp>
        <p:nvSpPr>
          <p:cNvPr id="5" name="عنصر نائب للتذييل 4">
            <a:extLst>
              <a:ext uri="{FF2B5EF4-FFF2-40B4-BE49-F238E27FC236}">
                <a16:creationId xmlns:a16="http://schemas.microsoft.com/office/drawing/2014/main" id="{4334E8CD-A08E-4818-92ED-7E0DAF64270C}"/>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E4D285E4-AFDA-4986-B471-8EBA51F2CB38}"/>
              </a:ext>
            </a:extLst>
          </p:cNvPr>
          <p:cNvSpPr>
            <a:spLocks noGrp="1"/>
          </p:cNvSpPr>
          <p:nvPr>
            <p:ph type="sldNum" sz="quarter" idx="12"/>
          </p:nvPr>
        </p:nvSpPr>
        <p:spPr/>
        <p:txBody>
          <a:bodyPr/>
          <a:lstStyle/>
          <a:p>
            <a:fld id="{C212105B-37AB-49FB-B67B-394A9B9C86FF}" type="slidenum">
              <a:rPr lang="ar-SA" smtClean="0"/>
              <a:t>‹#›</a:t>
            </a:fld>
            <a:endParaRPr lang="ar-SA"/>
          </a:p>
        </p:txBody>
      </p:sp>
    </p:spTree>
    <p:extLst>
      <p:ext uri="{BB962C8B-B14F-4D97-AF65-F5344CB8AC3E}">
        <p14:creationId xmlns:p14="http://schemas.microsoft.com/office/powerpoint/2010/main" val="42869065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70CAA0D2-F651-4ED5-BBCC-D5CDE0A50512}"/>
              </a:ext>
            </a:extLst>
          </p:cNvPr>
          <p:cNvSpPr>
            <a:spLocks noGrp="1"/>
          </p:cNvSpPr>
          <p:nvPr>
            <p:ph type="title"/>
          </p:nvPr>
        </p:nvSpPr>
        <p:spPr/>
        <p:txBody>
          <a:body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0C4B9009-F6BE-4470-A311-D5DF4E749705}"/>
              </a:ext>
            </a:extLst>
          </p:cNvPr>
          <p:cNvSpPr>
            <a:spLocks noGrp="1"/>
          </p:cNvSpPr>
          <p:nvPr>
            <p:ph sz="half" idx="1"/>
          </p:nvPr>
        </p:nvSpPr>
        <p:spPr>
          <a:xfrm>
            <a:off x="838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محتوى 3">
            <a:extLst>
              <a:ext uri="{FF2B5EF4-FFF2-40B4-BE49-F238E27FC236}">
                <a16:creationId xmlns:a16="http://schemas.microsoft.com/office/drawing/2014/main" id="{9DDFE4AF-1687-4CDF-984C-41D54830EF9F}"/>
              </a:ext>
            </a:extLst>
          </p:cNvPr>
          <p:cNvSpPr>
            <a:spLocks noGrp="1"/>
          </p:cNvSpPr>
          <p:nvPr>
            <p:ph sz="half" idx="2"/>
          </p:nvPr>
        </p:nvSpPr>
        <p:spPr>
          <a:xfrm>
            <a:off x="6172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5" name="عنصر نائب للتاريخ 4">
            <a:extLst>
              <a:ext uri="{FF2B5EF4-FFF2-40B4-BE49-F238E27FC236}">
                <a16:creationId xmlns:a16="http://schemas.microsoft.com/office/drawing/2014/main" id="{BF53B5C0-2794-40BC-BBAF-5EF9CBC33333}"/>
              </a:ext>
            </a:extLst>
          </p:cNvPr>
          <p:cNvSpPr>
            <a:spLocks noGrp="1"/>
          </p:cNvSpPr>
          <p:nvPr>
            <p:ph type="dt" sz="half" idx="10"/>
          </p:nvPr>
        </p:nvSpPr>
        <p:spPr/>
        <p:txBody>
          <a:bodyPr/>
          <a:lstStyle/>
          <a:p>
            <a:fld id="{1E613456-38AD-48A9-B1DC-711E33F7C530}" type="datetimeFigureOut">
              <a:rPr lang="ar-SA" smtClean="0"/>
              <a:t>03/01/43</a:t>
            </a:fld>
            <a:endParaRPr lang="ar-SA"/>
          </a:p>
        </p:txBody>
      </p:sp>
      <p:sp>
        <p:nvSpPr>
          <p:cNvPr id="6" name="عنصر نائب للتذييل 5">
            <a:extLst>
              <a:ext uri="{FF2B5EF4-FFF2-40B4-BE49-F238E27FC236}">
                <a16:creationId xmlns:a16="http://schemas.microsoft.com/office/drawing/2014/main" id="{F5418B18-B422-4CF4-8E4E-94F72690F47B}"/>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491586FA-9828-471A-8FA4-1259D82874CC}"/>
              </a:ext>
            </a:extLst>
          </p:cNvPr>
          <p:cNvSpPr>
            <a:spLocks noGrp="1"/>
          </p:cNvSpPr>
          <p:nvPr>
            <p:ph type="sldNum" sz="quarter" idx="12"/>
          </p:nvPr>
        </p:nvSpPr>
        <p:spPr/>
        <p:txBody>
          <a:bodyPr/>
          <a:lstStyle/>
          <a:p>
            <a:fld id="{C212105B-37AB-49FB-B67B-394A9B9C86FF}" type="slidenum">
              <a:rPr lang="ar-SA" smtClean="0"/>
              <a:t>‹#›</a:t>
            </a:fld>
            <a:endParaRPr lang="ar-SA"/>
          </a:p>
        </p:txBody>
      </p:sp>
    </p:spTree>
    <p:extLst>
      <p:ext uri="{BB962C8B-B14F-4D97-AF65-F5344CB8AC3E}">
        <p14:creationId xmlns:p14="http://schemas.microsoft.com/office/powerpoint/2010/main" val="25455578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25D6D22D-017D-42BF-8885-3931F84F6008}"/>
              </a:ext>
            </a:extLst>
          </p:cNvPr>
          <p:cNvSpPr>
            <a:spLocks noGrp="1"/>
          </p:cNvSpPr>
          <p:nvPr>
            <p:ph type="title"/>
          </p:nvPr>
        </p:nvSpPr>
        <p:spPr>
          <a:xfrm>
            <a:off x="839788" y="365125"/>
            <a:ext cx="10515600" cy="1325563"/>
          </a:xfrm>
        </p:spPr>
        <p:txBody>
          <a:body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0DF4D1C8-BE34-4A3C-8744-EC8AC1B8720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4" name="عنصر نائب للمحتوى 3">
            <a:extLst>
              <a:ext uri="{FF2B5EF4-FFF2-40B4-BE49-F238E27FC236}">
                <a16:creationId xmlns:a16="http://schemas.microsoft.com/office/drawing/2014/main" id="{C3A023A3-A17F-44A4-95F6-0EB7E0812933}"/>
              </a:ext>
            </a:extLst>
          </p:cNvPr>
          <p:cNvSpPr>
            <a:spLocks noGrp="1"/>
          </p:cNvSpPr>
          <p:nvPr>
            <p:ph sz="half" idx="2"/>
          </p:nvPr>
        </p:nvSpPr>
        <p:spPr>
          <a:xfrm>
            <a:off x="839788" y="2505075"/>
            <a:ext cx="5157787"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5" name="عنصر نائب للنص 4">
            <a:extLst>
              <a:ext uri="{FF2B5EF4-FFF2-40B4-BE49-F238E27FC236}">
                <a16:creationId xmlns:a16="http://schemas.microsoft.com/office/drawing/2014/main" id="{38598194-EDAB-40C0-8F4E-5A957C08021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6" name="عنصر نائب للمحتوى 5">
            <a:extLst>
              <a:ext uri="{FF2B5EF4-FFF2-40B4-BE49-F238E27FC236}">
                <a16:creationId xmlns:a16="http://schemas.microsoft.com/office/drawing/2014/main" id="{2CFE546A-4A31-46CC-B0BB-DD510CBC5966}"/>
              </a:ext>
            </a:extLst>
          </p:cNvPr>
          <p:cNvSpPr>
            <a:spLocks noGrp="1"/>
          </p:cNvSpPr>
          <p:nvPr>
            <p:ph sz="quarter" idx="4"/>
          </p:nvPr>
        </p:nvSpPr>
        <p:spPr>
          <a:xfrm>
            <a:off x="6172200" y="2505075"/>
            <a:ext cx="5183188"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7" name="عنصر نائب للتاريخ 6">
            <a:extLst>
              <a:ext uri="{FF2B5EF4-FFF2-40B4-BE49-F238E27FC236}">
                <a16:creationId xmlns:a16="http://schemas.microsoft.com/office/drawing/2014/main" id="{33D7935C-EBF7-4A1F-A083-F1BF8E152A5D}"/>
              </a:ext>
            </a:extLst>
          </p:cNvPr>
          <p:cNvSpPr>
            <a:spLocks noGrp="1"/>
          </p:cNvSpPr>
          <p:nvPr>
            <p:ph type="dt" sz="half" idx="10"/>
          </p:nvPr>
        </p:nvSpPr>
        <p:spPr/>
        <p:txBody>
          <a:bodyPr/>
          <a:lstStyle/>
          <a:p>
            <a:fld id="{1E613456-38AD-48A9-B1DC-711E33F7C530}" type="datetimeFigureOut">
              <a:rPr lang="ar-SA" smtClean="0"/>
              <a:t>03/01/43</a:t>
            </a:fld>
            <a:endParaRPr lang="ar-SA"/>
          </a:p>
        </p:txBody>
      </p:sp>
      <p:sp>
        <p:nvSpPr>
          <p:cNvPr id="8" name="عنصر نائب للتذييل 7">
            <a:extLst>
              <a:ext uri="{FF2B5EF4-FFF2-40B4-BE49-F238E27FC236}">
                <a16:creationId xmlns:a16="http://schemas.microsoft.com/office/drawing/2014/main" id="{98C1FEE3-6A62-42D9-9BAE-81E25F476077}"/>
              </a:ext>
            </a:extLst>
          </p:cNvPr>
          <p:cNvSpPr>
            <a:spLocks noGrp="1"/>
          </p:cNvSpPr>
          <p:nvPr>
            <p:ph type="ftr" sz="quarter" idx="11"/>
          </p:nvPr>
        </p:nvSpPr>
        <p:spPr/>
        <p:txBody>
          <a:bodyPr/>
          <a:lstStyle/>
          <a:p>
            <a:endParaRPr lang="ar-SA"/>
          </a:p>
        </p:txBody>
      </p:sp>
      <p:sp>
        <p:nvSpPr>
          <p:cNvPr id="9" name="عنصر نائب لرقم الشريحة 8">
            <a:extLst>
              <a:ext uri="{FF2B5EF4-FFF2-40B4-BE49-F238E27FC236}">
                <a16:creationId xmlns:a16="http://schemas.microsoft.com/office/drawing/2014/main" id="{CC060C47-EC72-48D3-BBAE-DF8CF161BD7F}"/>
              </a:ext>
            </a:extLst>
          </p:cNvPr>
          <p:cNvSpPr>
            <a:spLocks noGrp="1"/>
          </p:cNvSpPr>
          <p:nvPr>
            <p:ph type="sldNum" sz="quarter" idx="12"/>
          </p:nvPr>
        </p:nvSpPr>
        <p:spPr/>
        <p:txBody>
          <a:bodyPr/>
          <a:lstStyle/>
          <a:p>
            <a:fld id="{C212105B-37AB-49FB-B67B-394A9B9C86FF}" type="slidenum">
              <a:rPr lang="ar-SA" smtClean="0"/>
              <a:t>‹#›</a:t>
            </a:fld>
            <a:endParaRPr lang="ar-SA"/>
          </a:p>
        </p:txBody>
      </p:sp>
    </p:spTree>
    <p:extLst>
      <p:ext uri="{BB962C8B-B14F-4D97-AF65-F5344CB8AC3E}">
        <p14:creationId xmlns:p14="http://schemas.microsoft.com/office/powerpoint/2010/main" val="4262322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CA4B78AE-9722-4718-B14D-EF076F0542BE}"/>
              </a:ext>
            </a:extLst>
          </p:cNvPr>
          <p:cNvSpPr>
            <a:spLocks noGrp="1"/>
          </p:cNvSpPr>
          <p:nvPr>
            <p:ph type="title"/>
          </p:nvPr>
        </p:nvSpPr>
        <p:spPr/>
        <p:txBody>
          <a:bodyPr/>
          <a:lstStyle/>
          <a:p>
            <a:r>
              <a:rPr lang="ar-SA"/>
              <a:t>انقر لتحرير نمط عنوان الشكل الرئيسي</a:t>
            </a:r>
          </a:p>
        </p:txBody>
      </p:sp>
      <p:sp>
        <p:nvSpPr>
          <p:cNvPr id="3" name="عنصر نائب للتاريخ 2">
            <a:extLst>
              <a:ext uri="{FF2B5EF4-FFF2-40B4-BE49-F238E27FC236}">
                <a16:creationId xmlns:a16="http://schemas.microsoft.com/office/drawing/2014/main" id="{F88D4460-C0D5-49D1-AC16-FD28F8924733}"/>
              </a:ext>
            </a:extLst>
          </p:cNvPr>
          <p:cNvSpPr>
            <a:spLocks noGrp="1"/>
          </p:cNvSpPr>
          <p:nvPr>
            <p:ph type="dt" sz="half" idx="10"/>
          </p:nvPr>
        </p:nvSpPr>
        <p:spPr/>
        <p:txBody>
          <a:bodyPr/>
          <a:lstStyle/>
          <a:p>
            <a:fld id="{1E613456-38AD-48A9-B1DC-711E33F7C530}" type="datetimeFigureOut">
              <a:rPr lang="ar-SA" smtClean="0"/>
              <a:t>03/01/43</a:t>
            </a:fld>
            <a:endParaRPr lang="ar-SA"/>
          </a:p>
        </p:txBody>
      </p:sp>
      <p:sp>
        <p:nvSpPr>
          <p:cNvPr id="4" name="عنصر نائب للتذييل 3">
            <a:extLst>
              <a:ext uri="{FF2B5EF4-FFF2-40B4-BE49-F238E27FC236}">
                <a16:creationId xmlns:a16="http://schemas.microsoft.com/office/drawing/2014/main" id="{BB3D4C3A-2B19-4E60-990C-7A45CD944BDF}"/>
              </a:ext>
            </a:extLst>
          </p:cNvPr>
          <p:cNvSpPr>
            <a:spLocks noGrp="1"/>
          </p:cNvSpPr>
          <p:nvPr>
            <p:ph type="ftr" sz="quarter" idx="11"/>
          </p:nvPr>
        </p:nvSpPr>
        <p:spPr/>
        <p:txBody>
          <a:bodyPr/>
          <a:lstStyle/>
          <a:p>
            <a:endParaRPr lang="ar-SA"/>
          </a:p>
        </p:txBody>
      </p:sp>
      <p:sp>
        <p:nvSpPr>
          <p:cNvPr id="5" name="عنصر نائب لرقم الشريحة 4">
            <a:extLst>
              <a:ext uri="{FF2B5EF4-FFF2-40B4-BE49-F238E27FC236}">
                <a16:creationId xmlns:a16="http://schemas.microsoft.com/office/drawing/2014/main" id="{0F95522D-134E-491A-842B-7D66CF2AD043}"/>
              </a:ext>
            </a:extLst>
          </p:cNvPr>
          <p:cNvSpPr>
            <a:spLocks noGrp="1"/>
          </p:cNvSpPr>
          <p:nvPr>
            <p:ph type="sldNum" sz="quarter" idx="12"/>
          </p:nvPr>
        </p:nvSpPr>
        <p:spPr/>
        <p:txBody>
          <a:bodyPr/>
          <a:lstStyle/>
          <a:p>
            <a:fld id="{C212105B-37AB-49FB-B67B-394A9B9C86FF}" type="slidenum">
              <a:rPr lang="ar-SA" smtClean="0"/>
              <a:t>‹#›</a:t>
            </a:fld>
            <a:endParaRPr lang="ar-SA"/>
          </a:p>
        </p:txBody>
      </p:sp>
    </p:spTree>
    <p:extLst>
      <p:ext uri="{BB962C8B-B14F-4D97-AF65-F5344CB8AC3E}">
        <p14:creationId xmlns:p14="http://schemas.microsoft.com/office/powerpoint/2010/main" val="11972675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عنصر نائب للتاريخ 1">
            <a:extLst>
              <a:ext uri="{FF2B5EF4-FFF2-40B4-BE49-F238E27FC236}">
                <a16:creationId xmlns:a16="http://schemas.microsoft.com/office/drawing/2014/main" id="{CAED8CA0-0CBF-4BA3-913A-4296270BBC92}"/>
              </a:ext>
            </a:extLst>
          </p:cNvPr>
          <p:cNvSpPr>
            <a:spLocks noGrp="1"/>
          </p:cNvSpPr>
          <p:nvPr>
            <p:ph type="dt" sz="half" idx="10"/>
          </p:nvPr>
        </p:nvSpPr>
        <p:spPr/>
        <p:txBody>
          <a:bodyPr/>
          <a:lstStyle/>
          <a:p>
            <a:fld id="{1E613456-38AD-48A9-B1DC-711E33F7C530}" type="datetimeFigureOut">
              <a:rPr lang="ar-SA" smtClean="0"/>
              <a:t>03/01/43</a:t>
            </a:fld>
            <a:endParaRPr lang="ar-SA"/>
          </a:p>
        </p:txBody>
      </p:sp>
      <p:sp>
        <p:nvSpPr>
          <p:cNvPr id="3" name="عنصر نائب للتذييل 2">
            <a:extLst>
              <a:ext uri="{FF2B5EF4-FFF2-40B4-BE49-F238E27FC236}">
                <a16:creationId xmlns:a16="http://schemas.microsoft.com/office/drawing/2014/main" id="{7AD63D4D-16C2-4EAA-935F-58057410A167}"/>
              </a:ext>
            </a:extLst>
          </p:cNvPr>
          <p:cNvSpPr>
            <a:spLocks noGrp="1"/>
          </p:cNvSpPr>
          <p:nvPr>
            <p:ph type="ftr" sz="quarter" idx="11"/>
          </p:nvPr>
        </p:nvSpPr>
        <p:spPr/>
        <p:txBody>
          <a:bodyPr/>
          <a:lstStyle/>
          <a:p>
            <a:endParaRPr lang="ar-SA"/>
          </a:p>
        </p:txBody>
      </p:sp>
      <p:sp>
        <p:nvSpPr>
          <p:cNvPr id="4" name="عنصر نائب لرقم الشريحة 3">
            <a:extLst>
              <a:ext uri="{FF2B5EF4-FFF2-40B4-BE49-F238E27FC236}">
                <a16:creationId xmlns:a16="http://schemas.microsoft.com/office/drawing/2014/main" id="{E722B4AF-EA24-4F33-B8F8-250B109C72E5}"/>
              </a:ext>
            </a:extLst>
          </p:cNvPr>
          <p:cNvSpPr>
            <a:spLocks noGrp="1"/>
          </p:cNvSpPr>
          <p:nvPr>
            <p:ph type="sldNum" sz="quarter" idx="12"/>
          </p:nvPr>
        </p:nvSpPr>
        <p:spPr/>
        <p:txBody>
          <a:bodyPr/>
          <a:lstStyle/>
          <a:p>
            <a:fld id="{C212105B-37AB-49FB-B67B-394A9B9C86FF}" type="slidenum">
              <a:rPr lang="ar-SA" smtClean="0"/>
              <a:t>‹#›</a:t>
            </a:fld>
            <a:endParaRPr lang="ar-SA"/>
          </a:p>
        </p:txBody>
      </p:sp>
    </p:spTree>
    <p:extLst>
      <p:ext uri="{BB962C8B-B14F-4D97-AF65-F5344CB8AC3E}">
        <p14:creationId xmlns:p14="http://schemas.microsoft.com/office/powerpoint/2010/main" val="34269422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632DD9A4-C72F-45C6-928B-E0DBB0CA68AF}"/>
              </a:ext>
            </a:extLst>
          </p:cNvPr>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p>
        </p:txBody>
      </p:sp>
      <p:sp>
        <p:nvSpPr>
          <p:cNvPr id="3" name="عنصر نائب للمحتوى 2">
            <a:extLst>
              <a:ext uri="{FF2B5EF4-FFF2-40B4-BE49-F238E27FC236}">
                <a16:creationId xmlns:a16="http://schemas.microsoft.com/office/drawing/2014/main" id="{7C1141FB-CEB6-40D8-9861-CC2F4CF9FFB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نص 3">
            <a:extLst>
              <a:ext uri="{FF2B5EF4-FFF2-40B4-BE49-F238E27FC236}">
                <a16:creationId xmlns:a16="http://schemas.microsoft.com/office/drawing/2014/main" id="{305B5F21-7CAB-496C-AEA6-33A5D26A53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3C59E6EB-8D8E-4A18-BCAA-0DF88DBD1FC3}"/>
              </a:ext>
            </a:extLst>
          </p:cNvPr>
          <p:cNvSpPr>
            <a:spLocks noGrp="1"/>
          </p:cNvSpPr>
          <p:nvPr>
            <p:ph type="dt" sz="half" idx="10"/>
          </p:nvPr>
        </p:nvSpPr>
        <p:spPr/>
        <p:txBody>
          <a:bodyPr/>
          <a:lstStyle/>
          <a:p>
            <a:fld id="{1E613456-38AD-48A9-B1DC-711E33F7C530}" type="datetimeFigureOut">
              <a:rPr lang="ar-SA" smtClean="0"/>
              <a:t>03/01/43</a:t>
            </a:fld>
            <a:endParaRPr lang="ar-SA"/>
          </a:p>
        </p:txBody>
      </p:sp>
      <p:sp>
        <p:nvSpPr>
          <p:cNvPr id="6" name="عنصر نائب للتذييل 5">
            <a:extLst>
              <a:ext uri="{FF2B5EF4-FFF2-40B4-BE49-F238E27FC236}">
                <a16:creationId xmlns:a16="http://schemas.microsoft.com/office/drawing/2014/main" id="{A447C13C-9426-401D-921E-F15786BB73C8}"/>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D627D13F-59F4-4311-BDE1-EEB38E3E781C}"/>
              </a:ext>
            </a:extLst>
          </p:cNvPr>
          <p:cNvSpPr>
            <a:spLocks noGrp="1"/>
          </p:cNvSpPr>
          <p:nvPr>
            <p:ph type="sldNum" sz="quarter" idx="12"/>
          </p:nvPr>
        </p:nvSpPr>
        <p:spPr/>
        <p:txBody>
          <a:bodyPr/>
          <a:lstStyle/>
          <a:p>
            <a:fld id="{C212105B-37AB-49FB-B67B-394A9B9C86FF}" type="slidenum">
              <a:rPr lang="ar-SA" smtClean="0"/>
              <a:t>‹#›</a:t>
            </a:fld>
            <a:endParaRPr lang="ar-SA"/>
          </a:p>
        </p:txBody>
      </p:sp>
    </p:spTree>
    <p:extLst>
      <p:ext uri="{BB962C8B-B14F-4D97-AF65-F5344CB8AC3E}">
        <p14:creationId xmlns:p14="http://schemas.microsoft.com/office/powerpoint/2010/main" val="4018719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صورة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4E172557-7268-44FA-9DCD-25260E6D8A2F}"/>
              </a:ext>
            </a:extLst>
          </p:cNvPr>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p>
        </p:txBody>
      </p:sp>
      <p:sp>
        <p:nvSpPr>
          <p:cNvPr id="3" name="عنصر نائب للصورة 2">
            <a:extLst>
              <a:ext uri="{FF2B5EF4-FFF2-40B4-BE49-F238E27FC236}">
                <a16:creationId xmlns:a16="http://schemas.microsoft.com/office/drawing/2014/main" id="{10C14551-3A6E-49AD-98E5-8EDE37AD6F6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ar-SA"/>
          </a:p>
        </p:txBody>
      </p:sp>
      <p:sp>
        <p:nvSpPr>
          <p:cNvPr id="4" name="عنصر نائب للنص 3">
            <a:extLst>
              <a:ext uri="{FF2B5EF4-FFF2-40B4-BE49-F238E27FC236}">
                <a16:creationId xmlns:a16="http://schemas.microsoft.com/office/drawing/2014/main" id="{DF4DBEAF-7C3F-4F84-9AC1-158C5E530D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DD439B46-84F1-430D-AEBD-5ADAA1BB0C4E}"/>
              </a:ext>
            </a:extLst>
          </p:cNvPr>
          <p:cNvSpPr>
            <a:spLocks noGrp="1"/>
          </p:cNvSpPr>
          <p:nvPr>
            <p:ph type="dt" sz="half" idx="10"/>
          </p:nvPr>
        </p:nvSpPr>
        <p:spPr/>
        <p:txBody>
          <a:bodyPr/>
          <a:lstStyle/>
          <a:p>
            <a:fld id="{1E613456-38AD-48A9-B1DC-711E33F7C530}" type="datetimeFigureOut">
              <a:rPr lang="ar-SA" smtClean="0"/>
              <a:t>03/01/43</a:t>
            </a:fld>
            <a:endParaRPr lang="ar-SA"/>
          </a:p>
        </p:txBody>
      </p:sp>
      <p:sp>
        <p:nvSpPr>
          <p:cNvPr id="6" name="عنصر نائب للتذييل 5">
            <a:extLst>
              <a:ext uri="{FF2B5EF4-FFF2-40B4-BE49-F238E27FC236}">
                <a16:creationId xmlns:a16="http://schemas.microsoft.com/office/drawing/2014/main" id="{13008E63-650A-4CF9-A05D-4A0DE20C9B3B}"/>
              </a:ext>
            </a:extLst>
          </p:cNvPr>
          <p:cNvSpPr>
            <a:spLocks noGrp="1"/>
          </p:cNvSpPr>
          <p:nvPr>
            <p:ph type="ftr" sz="quarter" idx="11"/>
          </p:nvPr>
        </p:nvSpPr>
        <p:spPr/>
        <p:txBody>
          <a:bodyPr/>
          <a:lstStyle/>
          <a:p>
            <a:endParaRPr lang="ar-SA"/>
          </a:p>
        </p:txBody>
      </p:sp>
      <p:sp>
        <p:nvSpPr>
          <p:cNvPr id="7" name="عنصر نائب لرقم الشريحة 6">
            <a:extLst>
              <a:ext uri="{FF2B5EF4-FFF2-40B4-BE49-F238E27FC236}">
                <a16:creationId xmlns:a16="http://schemas.microsoft.com/office/drawing/2014/main" id="{FBB62A4A-034D-4186-B789-5C2C43A16FB8}"/>
              </a:ext>
            </a:extLst>
          </p:cNvPr>
          <p:cNvSpPr>
            <a:spLocks noGrp="1"/>
          </p:cNvSpPr>
          <p:nvPr>
            <p:ph type="sldNum" sz="quarter" idx="12"/>
          </p:nvPr>
        </p:nvSpPr>
        <p:spPr/>
        <p:txBody>
          <a:bodyPr/>
          <a:lstStyle/>
          <a:p>
            <a:fld id="{C212105B-37AB-49FB-B67B-394A9B9C86FF}" type="slidenum">
              <a:rPr lang="ar-SA" smtClean="0"/>
              <a:t>‹#›</a:t>
            </a:fld>
            <a:endParaRPr lang="ar-SA"/>
          </a:p>
        </p:txBody>
      </p:sp>
    </p:spTree>
    <p:extLst>
      <p:ext uri="{BB962C8B-B14F-4D97-AF65-F5344CB8AC3E}">
        <p14:creationId xmlns:p14="http://schemas.microsoft.com/office/powerpoint/2010/main" val="29676296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8F4044C2-566A-4014-AE50-FCD48A6B3961}"/>
              </a:ext>
            </a:extLst>
          </p:cNvPr>
          <p:cNvSpPr>
            <a:spLocks noGrp="1"/>
          </p:cNvSpPr>
          <p:nvPr>
            <p:ph type="title"/>
          </p:nvPr>
        </p:nvSpPr>
        <p:spPr/>
        <p:txBody>
          <a:bodyPr/>
          <a:lstStyle/>
          <a:p>
            <a:r>
              <a:rPr lang="ar-SA"/>
              <a:t>انقر لتحرير نمط عنوان الشكل الرئيسي</a:t>
            </a:r>
          </a:p>
        </p:txBody>
      </p:sp>
      <p:sp>
        <p:nvSpPr>
          <p:cNvPr id="3" name="عنصر نائب للعنوان العمودي 2">
            <a:extLst>
              <a:ext uri="{FF2B5EF4-FFF2-40B4-BE49-F238E27FC236}">
                <a16:creationId xmlns:a16="http://schemas.microsoft.com/office/drawing/2014/main" id="{E3DA69E5-66A5-400C-972B-68ED2DC8BAD0}"/>
              </a:ext>
            </a:extLst>
          </p:cNvPr>
          <p:cNvSpPr>
            <a:spLocks noGrp="1"/>
          </p:cNvSpPr>
          <p:nvPr>
            <p:ph type="body" orient="vert" idx="1"/>
          </p:nvPr>
        </p:nvSpPr>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5828835C-6A5E-4226-A5F0-172D25CB282B}"/>
              </a:ext>
            </a:extLst>
          </p:cNvPr>
          <p:cNvSpPr>
            <a:spLocks noGrp="1"/>
          </p:cNvSpPr>
          <p:nvPr>
            <p:ph type="dt" sz="half" idx="10"/>
          </p:nvPr>
        </p:nvSpPr>
        <p:spPr/>
        <p:txBody>
          <a:bodyPr/>
          <a:lstStyle/>
          <a:p>
            <a:fld id="{1E613456-38AD-48A9-B1DC-711E33F7C530}" type="datetimeFigureOut">
              <a:rPr lang="ar-SA" smtClean="0"/>
              <a:t>03/01/43</a:t>
            </a:fld>
            <a:endParaRPr lang="ar-SA"/>
          </a:p>
        </p:txBody>
      </p:sp>
      <p:sp>
        <p:nvSpPr>
          <p:cNvPr id="5" name="عنصر نائب للتذييل 4">
            <a:extLst>
              <a:ext uri="{FF2B5EF4-FFF2-40B4-BE49-F238E27FC236}">
                <a16:creationId xmlns:a16="http://schemas.microsoft.com/office/drawing/2014/main" id="{CBA50886-8EC5-4C88-8F63-6D63783EF1C4}"/>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891D992F-C1B6-4954-BF14-9CA69FE3FDBB}"/>
              </a:ext>
            </a:extLst>
          </p:cNvPr>
          <p:cNvSpPr>
            <a:spLocks noGrp="1"/>
          </p:cNvSpPr>
          <p:nvPr>
            <p:ph type="sldNum" sz="quarter" idx="12"/>
          </p:nvPr>
        </p:nvSpPr>
        <p:spPr/>
        <p:txBody>
          <a:bodyPr/>
          <a:lstStyle/>
          <a:p>
            <a:fld id="{C212105B-37AB-49FB-B67B-394A9B9C86FF}" type="slidenum">
              <a:rPr lang="ar-SA" smtClean="0"/>
              <a:t>‹#›</a:t>
            </a:fld>
            <a:endParaRPr lang="ar-SA"/>
          </a:p>
        </p:txBody>
      </p:sp>
    </p:spTree>
    <p:extLst>
      <p:ext uri="{BB962C8B-B14F-4D97-AF65-F5344CB8AC3E}">
        <p14:creationId xmlns:p14="http://schemas.microsoft.com/office/powerpoint/2010/main" val="3861560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عنوان عمودي 1">
            <a:extLst>
              <a:ext uri="{FF2B5EF4-FFF2-40B4-BE49-F238E27FC236}">
                <a16:creationId xmlns:a16="http://schemas.microsoft.com/office/drawing/2014/main" id="{C7A3709F-81BA-43ED-93DF-766F7D653978}"/>
              </a:ext>
            </a:extLst>
          </p:cNvPr>
          <p:cNvSpPr>
            <a:spLocks noGrp="1"/>
          </p:cNvSpPr>
          <p:nvPr>
            <p:ph type="title" orient="vert"/>
          </p:nvPr>
        </p:nvSpPr>
        <p:spPr>
          <a:xfrm>
            <a:off x="8724900" y="365125"/>
            <a:ext cx="2628900" cy="5811838"/>
          </a:xfrm>
        </p:spPr>
        <p:txBody>
          <a:bodyPr vert="eaVert"/>
          <a:lstStyle/>
          <a:p>
            <a:r>
              <a:rPr lang="ar-SA"/>
              <a:t>انقر لتحرير نمط عنوان الشكل الرئيسي</a:t>
            </a:r>
          </a:p>
        </p:txBody>
      </p:sp>
      <p:sp>
        <p:nvSpPr>
          <p:cNvPr id="3" name="عنصر نائب للعنوان العمودي 2">
            <a:extLst>
              <a:ext uri="{FF2B5EF4-FFF2-40B4-BE49-F238E27FC236}">
                <a16:creationId xmlns:a16="http://schemas.microsoft.com/office/drawing/2014/main" id="{BE2BC070-99D8-4316-82A8-0739D6B43CC0}"/>
              </a:ext>
            </a:extLst>
          </p:cNvPr>
          <p:cNvSpPr>
            <a:spLocks noGrp="1"/>
          </p:cNvSpPr>
          <p:nvPr>
            <p:ph type="body" orient="vert" idx="1"/>
          </p:nvPr>
        </p:nvSpPr>
        <p:spPr>
          <a:xfrm>
            <a:off x="838200" y="365125"/>
            <a:ext cx="7734300" cy="5811838"/>
          </a:xfrm>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5E10BE11-5055-4E48-BD5E-3BAFFF7C0B7B}"/>
              </a:ext>
            </a:extLst>
          </p:cNvPr>
          <p:cNvSpPr>
            <a:spLocks noGrp="1"/>
          </p:cNvSpPr>
          <p:nvPr>
            <p:ph type="dt" sz="half" idx="10"/>
          </p:nvPr>
        </p:nvSpPr>
        <p:spPr/>
        <p:txBody>
          <a:bodyPr/>
          <a:lstStyle/>
          <a:p>
            <a:fld id="{1E613456-38AD-48A9-B1DC-711E33F7C530}" type="datetimeFigureOut">
              <a:rPr lang="ar-SA" smtClean="0"/>
              <a:t>03/01/43</a:t>
            </a:fld>
            <a:endParaRPr lang="ar-SA"/>
          </a:p>
        </p:txBody>
      </p:sp>
      <p:sp>
        <p:nvSpPr>
          <p:cNvPr id="5" name="عنصر نائب للتذييل 4">
            <a:extLst>
              <a:ext uri="{FF2B5EF4-FFF2-40B4-BE49-F238E27FC236}">
                <a16:creationId xmlns:a16="http://schemas.microsoft.com/office/drawing/2014/main" id="{958C5136-EB20-4870-9F0E-09EEDE619CC5}"/>
              </a:ext>
            </a:extLst>
          </p:cNvPr>
          <p:cNvSpPr>
            <a:spLocks noGrp="1"/>
          </p:cNvSpPr>
          <p:nvPr>
            <p:ph type="ftr" sz="quarter" idx="11"/>
          </p:nvPr>
        </p:nvSpPr>
        <p:spPr/>
        <p:txBody>
          <a:bodyPr/>
          <a:lstStyle/>
          <a:p>
            <a:endParaRPr lang="ar-SA"/>
          </a:p>
        </p:txBody>
      </p:sp>
      <p:sp>
        <p:nvSpPr>
          <p:cNvPr id="6" name="عنصر نائب لرقم الشريحة 5">
            <a:extLst>
              <a:ext uri="{FF2B5EF4-FFF2-40B4-BE49-F238E27FC236}">
                <a16:creationId xmlns:a16="http://schemas.microsoft.com/office/drawing/2014/main" id="{9107FA74-257E-494B-B1FE-77A891AA8B4A}"/>
              </a:ext>
            </a:extLst>
          </p:cNvPr>
          <p:cNvSpPr>
            <a:spLocks noGrp="1"/>
          </p:cNvSpPr>
          <p:nvPr>
            <p:ph type="sldNum" sz="quarter" idx="12"/>
          </p:nvPr>
        </p:nvSpPr>
        <p:spPr/>
        <p:txBody>
          <a:bodyPr/>
          <a:lstStyle/>
          <a:p>
            <a:fld id="{C212105B-37AB-49FB-B67B-394A9B9C86FF}" type="slidenum">
              <a:rPr lang="ar-SA" smtClean="0"/>
              <a:t>‹#›</a:t>
            </a:fld>
            <a:endParaRPr lang="ar-SA"/>
          </a:p>
        </p:txBody>
      </p:sp>
    </p:spTree>
    <p:extLst>
      <p:ext uri="{BB962C8B-B14F-4D97-AF65-F5344CB8AC3E}">
        <p14:creationId xmlns:p14="http://schemas.microsoft.com/office/powerpoint/2010/main" val="37735648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عنوان 1">
            <a:extLst>
              <a:ext uri="{FF2B5EF4-FFF2-40B4-BE49-F238E27FC236}">
                <a16:creationId xmlns:a16="http://schemas.microsoft.com/office/drawing/2014/main" id="{5AAC8898-AE52-49A5-8B72-DB4FB2090E49}"/>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ar-SA"/>
              <a:t>انقر لتحرير نمط عنوان الشكل الرئيسي</a:t>
            </a:r>
          </a:p>
        </p:txBody>
      </p:sp>
      <p:sp>
        <p:nvSpPr>
          <p:cNvPr id="3" name="عنصر نائب للنص 2">
            <a:extLst>
              <a:ext uri="{FF2B5EF4-FFF2-40B4-BE49-F238E27FC236}">
                <a16:creationId xmlns:a16="http://schemas.microsoft.com/office/drawing/2014/main" id="{3FB8E872-D4B6-4221-86C3-0D974C475EA3}"/>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p>
        </p:txBody>
      </p:sp>
      <p:sp>
        <p:nvSpPr>
          <p:cNvPr id="4" name="عنصر نائب للتاريخ 3">
            <a:extLst>
              <a:ext uri="{FF2B5EF4-FFF2-40B4-BE49-F238E27FC236}">
                <a16:creationId xmlns:a16="http://schemas.microsoft.com/office/drawing/2014/main" id="{96E26C81-2C67-43FB-A83A-FAB39C4E5D18}"/>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1E613456-38AD-48A9-B1DC-711E33F7C530}" type="datetimeFigureOut">
              <a:rPr lang="ar-SA" smtClean="0"/>
              <a:t>03/01/43</a:t>
            </a:fld>
            <a:endParaRPr lang="ar-SA"/>
          </a:p>
        </p:txBody>
      </p:sp>
      <p:sp>
        <p:nvSpPr>
          <p:cNvPr id="5" name="عنصر نائب للتذييل 4">
            <a:extLst>
              <a:ext uri="{FF2B5EF4-FFF2-40B4-BE49-F238E27FC236}">
                <a16:creationId xmlns:a16="http://schemas.microsoft.com/office/drawing/2014/main" id="{A2400360-BE2D-421B-8772-BE094432AA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ar-SA"/>
          </a:p>
        </p:txBody>
      </p:sp>
      <p:sp>
        <p:nvSpPr>
          <p:cNvPr id="6" name="عنصر نائب لرقم الشريحة 5">
            <a:extLst>
              <a:ext uri="{FF2B5EF4-FFF2-40B4-BE49-F238E27FC236}">
                <a16:creationId xmlns:a16="http://schemas.microsoft.com/office/drawing/2014/main" id="{00766928-9825-4F6C-B173-9195CE78D54E}"/>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C212105B-37AB-49FB-B67B-394A9B9C86FF}" type="slidenum">
              <a:rPr lang="ar-SA" smtClean="0"/>
              <a:t>‹#›</a:t>
            </a:fld>
            <a:endParaRPr lang="ar-SA"/>
          </a:p>
        </p:txBody>
      </p:sp>
    </p:spTree>
    <p:extLst>
      <p:ext uri="{BB962C8B-B14F-4D97-AF65-F5344CB8AC3E}">
        <p14:creationId xmlns:p14="http://schemas.microsoft.com/office/powerpoint/2010/main" val="25656071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ar-SA"/>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7.xml"/><Relationship Id="rId1" Type="http://schemas.openxmlformats.org/officeDocument/2006/relationships/tags" Target="../tags/tag2.xml"/><Relationship Id="rId5" Type="http://schemas.openxmlformats.org/officeDocument/2006/relationships/image" Target="file:///C:\Program%20Files\Inknoe%20ClassPoint\Images\word_count_without%20result_default.png" TargetMode="Externa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5" Type="http://schemas.openxmlformats.org/officeDocument/2006/relationships/image" Target="../media/image35.png"/><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36.png"/><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2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 Id="rId5" Type="http://schemas.openxmlformats.org/officeDocument/2006/relationships/image" Target="../media/image45.png"/><Relationship Id="rId4" Type="http://schemas.openxmlformats.org/officeDocument/2006/relationships/image" Target="../media/image44.png"/></Relationships>
</file>

<file path=ppt/slides/_rels/slide2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2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xml"/><Relationship Id="rId4" Type="http://schemas.openxmlformats.org/officeDocument/2006/relationships/image" Target="../media/image51.png"/></Relationships>
</file>

<file path=ppt/slides/_rels/slide2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 Id="rId4" Type="http://schemas.openxmlformats.org/officeDocument/2006/relationships/image" Target="../media/image53.png"/></Relationships>
</file>

<file path=ppt/slides/_rels/slide2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slideLayout" Target="../slideLayouts/slideLayout7.xml"/><Relationship Id="rId1" Type="http://schemas.openxmlformats.org/officeDocument/2006/relationships/tags" Target="../tags/tag3.xml"/><Relationship Id="rId5" Type="http://schemas.openxmlformats.org/officeDocument/2006/relationships/image" Target="file:///C:\Program%20Files\Inknoe%20ClassPoint\Images\multiple_choice_without%20result_default.png" TargetMode="External"/><Relationship Id="rId4" Type="http://schemas.openxmlformats.org/officeDocument/2006/relationships/image" Target="../media/image58.png"/></Relationships>
</file>

<file path=ppt/slides/_rels/slide27.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slideLayout" Target="../slideLayouts/slideLayout7.xml"/><Relationship Id="rId1" Type="http://schemas.openxmlformats.org/officeDocument/2006/relationships/tags" Target="../tags/tag4.xml"/><Relationship Id="rId5" Type="http://schemas.openxmlformats.org/officeDocument/2006/relationships/image" Target="file:///C:\Program%20Files\Inknoe%20ClassPoint\Images\slide_annotate_without%20result_default.png" TargetMode="External"/><Relationship Id="rId4" Type="http://schemas.openxmlformats.org/officeDocument/2006/relationships/image" Target="../media/image65.png"/></Relationships>
</file>

<file path=ppt/slides/_rels/slide3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مربع نص 8">
            <a:extLst>
              <a:ext uri="{FF2B5EF4-FFF2-40B4-BE49-F238E27FC236}">
                <a16:creationId xmlns:a16="http://schemas.microsoft.com/office/drawing/2014/main" id="{C8A45F1A-8DC9-467F-ADD0-A126346FFDF0}"/>
              </a:ext>
            </a:extLst>
          </p:cNvPr>
          <p:cNvSpPr txBox="1"/>
          <p:nvPr/>
        </p:nvSpPr>
        <p:spPr>
          <a:xfrm>
            <a:off x="6096000" y="1993596"/>
            <a:ext cx="5725900" cy="2154436"/>
          </a:xfrm>
          <a:prstGeom prst="rect">
            <a:avLst/>
          </a:prstGeom>
          <a:noFill/>
        </p:spPr>
        <p:txBody>
          <a:bodyPr wrap="square" rtlCol="1">
            <a:spAutoFit/>
          </a:bodyPr>
          <a:lstStyle/>
          <a:p>
            <a:r>
              <a:rPr lang="ar-SA" sz="4000" b="1" dirty="0">
                <a:solidFill>
                  <a:srgbClr val="3884FD"/>
                </a:solidFill>
                <a:latin typeface="Dubai" panose="020B0503030403030204" pitchFamily="34" charset="-78"/>
                <a:cs typeface="Dubai" panose="020B0503030403030204" pitchFamily="34" charset="-78"/>
              </a:rPr>
              <a:t>الوحدة الاولى :</a:t>
            </a:r>
          </a:p>
          <a:p>
            <a:pPr algn="ctr"/>
            <a:r>
              <a:rPr lang="ar-SA" sz="6600" b="1" dirty="0">
                <a:solidFill>
                  <a:srgbClr val="FFDE7C"/>
                </a:solidFill>
                <a:effectLst>
                  <a:outerShdw blurRad="38100" dist="38100" dir="2700000" algn="tl">
                    <a:srgbClr val="000000">
                      <a:alpha val="43137"/>
                    </a:srgbClr>
                  </a:outerShdw>
                </a:effectLst>
                <a:latin typeface="Dubai" panose="020B0503030403030204" pitchFamily="34" charset="-78"/>
                <a:cs typeface="Dubai" panose="020B0503030403030204" pitchFamily="34" charset="-78"/>
              </a:rPr>
              <a:t>تعلم الأساسيات</a:t>
            </a:r>
          </a:p>
          <a:p>
            <a:pPr algn="ctr"/>
            <a:r>
              <a:rPr lang="ar-SA" sz="2800" b="1" dirty="0">
                <a:solidFill>
                  <a:srgbClr val="535461"/>
                </a:solidFill>
                <a:latin typeface="Dubai" panose="020B0503030403030204" pitchFamily="34" charset="-78"/>
                <a:cs typeface="Dubai" panose="020B0503030403030204" pitchFamily="34" charset="-78"/>
              </a:rPr>
              <a:t>اعداد : أ . عبير الغريب</a:t>
            </a:r>
          </a:p>
        </p:txBody>
      </p:sp>
      <p:pic>
        <p:nvPicPr>
          <p:cNvPr id="24" name="صورة 23">
            <a:extLst>
              <a:ext uri="{FF2B5EF4-FFF2-40B4-BE49-F238E27FC236}">
                <a16:creationId xmlns:a16="http://schemas.microsoft.com/office/drawing/2014/main" id="{8D1E0841-041B-4977-99DE-C85094CCAE68}"/>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19669" y="1201175"/>
            <a:ext cx="7723749" cy="5238717"/>
          </a:xfrm>
          <a:prstGeom prst="rect">
            <a:avLst/>
          </a:prstGeom>
        </p:spPr>
      </p:pic>
    </p:spTree>
    <p:extLst>
      <p:ext uri="{BB962C8B-B14F-4D97-AF65-F5344CB8AC3E}">
        <p14:creationId xmlns:p14="http://schemas.microsoft.com/office/powerpoint/2010/main" val="30859146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صورة 4">
            <a:extLst>
              <a:ext uri="{FF2B5EF4-FFF2-40B4-BE49-F238E27FC236}">
                <a16:creationId xmlns:a16="http://schemas.microsoft.com/office/drawing/2014/main" id="{B9A0B576-E9CA-4210-ACC1-285C109DE7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0041" y="1489660"/>
            <a:ext cx="5396508" cy="4709886"/>
          </a:xfrm>
          <a:prstGeom prst="rect">
            <a:avLst/>
          </a:prstGeom>
        </p:spPr>
      </p:pic>
      <p:sp>
        <p:nvSpPr>
          <p:cNvPr id="2" name="مربع نص 1">
            <a:extLst>
              <a:ext uri="{FF2B5EF4-FFF2-40B4-BE49-F238E27FC236}">
                <a16:creationId xmlns:a16="http://schemas.microsoft.com/office/drawing/2014/main" id="{F181C94A-46C0-4095-8515-16ED6701C326}"/>
              </a:ext>
            </a:extLst>
          </p:cNvPr>
          <p:cNvSpPr txBox="1"/>
          <p:nvPr/>
        </p:nvSpPr>
        <p:spPr>
          <a:xfrm>
            <a:off x="5387395" y="1769322"/>
            <a:ext cx="6063175" cy="3539430"/>
          </a:xfrm>
          <a:prstGeom prst="rect">
            <a:avLst/>
          </a:prstGeom>
          <a:noFill/>
        </p:spPr>
        <p:txBody>
          <a:bodyPr wrap="square" rtlCol="1">
            <a:spAutoFit/>
          </a:bodyPr>
          <a:lstStyle/>
          <a:p>
            <a:pPr algn="ctr"/>
            <a:r>
              <a:rPr lang="ar-SA" sz="3200" b="1" dirty="0">
                <a:solidFill>
                  <a:srgbClr val="535461"/>
                </a:solidFill>
                <a:latin typeface="Dubai" panose="020B0503030403030204" pitchFamily="34" charset="-78"/>
                <a:cs typeface="Dubai" panose="020B0503030403030204" pitchFamily="34" charset="-78"/>
              </a:rPr>
              <a:t>أهلاً بكم ,, سوف نستكشف عالم الحاسبات في حياتنا، وفائدتها، ونتعرف على أهميتها وسنتناول معاً مفهوم نظام التشغيل الذي يعد مكوناً رئيسياً للحاسب، كما سنتعرف أيضاً على كيفية إنشاء الملفات والمجلدات لتخزين البيانات. </a:t>
            </a:r>
          </a:p>
        </p:txBody>
      </p:sp>
      <p:sp>
        <p:nvSpPr>
          <p:cNvPr id="11" name="مربع نص 10">
            <a:extLst>
              <a:ext uri="{FF2B5EF4-FFF2-40B4-BE49-F238E27FC236}">
                <a16:creationId xmlns:a16="http://schemas.microsoft.com/office/drawing/2014/main" id="{49022DA9-9178-46D6-8DF8-8CDBC58F7A2A}"/>
              </a:ext>
            </a:extLst>
          </p:cNvPr>
          <p:cNvSpPr txBox="1"/>
          <p:nvPr/>
        </p:nvSpPr>
        <p:spPr>
          <a:xfrm>
            <a:off x="2799471" y="288485"/>
            <a:ext cx="5852160" cy="707886"/>
          </a:xfrm>
          <a:prstGeom prst="rect">
            <a:avLst/>
          </a:prstGeom>
          <a:noFill/>
        </p:spPr>
        <p:txBody>
          <a:bodyPr wrap="square" rtlCol="1">
            <a:spAutoFit/>
          </a:bodyPr>
          <a:lstStyle/>
          <a:p>
            <a:pPr algn="ctr"/>
            <a:r>
              <a:rPr lang="ar-SA" sz="4000" b="1" dirty="0">
                <a:solidFill>
                  <a:srgbClr val="FFDE7C"/>
                </a:solidFill>
                <a:effectLst>
                  <a:outerShdw blurRad="38100" dist="38100" dir="2700000" algn="tl">
                    <a:srgbClr val="000000">
                      <a:alpha val="43137"/>
                    </a:srgbClr>
                  </a:outerShdw>
                </a:effectLst>
                <a:latin typeface="Dubai" panose="020B0503030403030204" pitchFamily="34" charset="-78"/>
                <a:cs typeface="Dubai" panose="020B0503030403030204" pitchFamily="34" charset="-78"/>
              </a:rPr>
              <a:t>المقدمة</a:t>
            </a:r>
          </a:p>
        </p:txBody>
      </p:sp>
    </p:spTree>
    <p:extLst>
      <p:ext uri="{BB962C8B-B14F-4D97-AF65-F5344CB8AC3E}">
        <p14:creationId xmlns:p14="http://schemas.microsoft.com/office/powerpoint/2010/main" val="491745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مربع نص 1">
            <a:extLst>
              <a:ext uri="{FF2B5EF4-FFF2-40B4-BE49-F238E27FC236}">
                <a16:creationId xmlns:a16="http://schemas.microsoft.com/office/drawing/2014/main" id="{F181C94A-46C0-4095-8515-16ED6701C326}"/>
              </a:ext>
            </a:extLst>
          </p:cNvPr>
          <p:cNvSpPr txBox="1"/>
          <p:nvPr/>
        </p:nvSpPr>
        <p:spPr>
          <a:xfrm>
            <a:off x="3642531" y="2179020"/>
            <a:ext cx="7581956" cy="2246769"/>
          </a:xfrm>
          <a:prstGeom prst="rect">
            <a:avLst/>
          </a:prstGeom>
          <a:noFill/>
        </p:spPr>
        <p:txBody>
          <a:bodyPr wrap="square" rtlCol="1">
            <a:spAutoFit/>
          </a:bodyPr>
          <a:lstStyle/>
          <a:p>
            <a:r>
              <a:rPr lang="ar-SA" sz="2800" b="1" dirty="0">
                <a:solidFill>
                  <a:srgbClr val="535461"/>
                </a:solidFill>
                <a:latin typeface="Dubai" panose="020B0503030403030204" pitchFamily="34" charset="-78"/>
                <a:cs typeface="Dubai" panose="020B0503030403030204" pitchFamily="34" charset="-78"/>
              </a:rPr>
              <a:t>ستتمكن بعد دراسة هذه الوحدة من القيام بما يلي:</a:t>
            </a:r>
          </a:p>
          <a:p>
            <a:r>
              <a:rPr lang="ar-SA" sz="2800" b="1" dirty="0">
                <a:solidFill>
                  <a:srgbClr val="535461"/>
                </a:solidFill>
                <a:latin typeface="Dubai" panose="020B0503030403030204" pitchFamily="34" charset="-78"/>
                <a:cs typeface="Dubai" panose="020B0503030403030204" pitchFamily="34" charset="-78"/>
              </a:rPr>
              <a:t>استخدام نظام الشغيل.</a:t>
            </a:r>
          </a:p>
          <a:p>
            <a:r>
              <a:rPr lang="ar-SA" sz="2800" b="1" dirty="0">
                <a:solidFill>
                  <a:srgbClr val="535461"/>
                </a:solidFill>
                <a:latin typeface="Dubai" panose="020B0503030403030204" pitchFamily="34" charset="-78"/>
                <a:cs typeface="Dubai" panose="020B0503030403030204" pitchFamily="34" charset="-78"/>
              </a:rPr>
              <a:t>تخصيص الحاسب وضبط إعداداته الأساسية.</a:t>
            </a:r>
          </a:p>
          <a:p>
            <a:r>
              <a:rPr lang="ar-SA" sz="2800" b="1" dirty="0">
                <a:solidFill>
                  <a:srgbClr val="535461"/>
                </a:solidFill>
                <a:latin typeface="Dubai" panose="020B0503030403030204" pitchFamily="34" charset="-78"/>
                <a:cs typeface="Dubai" panose="020B0503030403030204" pitchFamily="34" charset="-78"/>
              </a:rPr>
              <a:t>التحكم بمستوى الصوت.</a:t>
            </a:r>
          </a:p>
          <a:p>
            <a:r>
              <a:rPr lang="ar-SA" sz="2800" b="1" dirty="0">
                <a:solidFill>
                  <a:srgbClr val="535461"/>
                </a:solidFill>
                <a:latin typeface="Dubai" panose="020B0503030403030204" pitchFamily="34" charset="-78"/>
                <a:cs typeface="Dubai" panose="020B0503030403030204" pitchFamily="34" charset="-78"/>
              </a:rPr>
              <a:t>إنشاء الملفات والمجلدات. </a:t>
            </a:r>
          </a:p>
        </p:txBody>
      </p:sp>
      <p:sp>
        <p:nvSpPr>
          <p:cNvPr id="13" name="مربع نص 12">
            <a:extLst>
              <a:ext uri="{FF2B5EF4-FFF2-40B4-BE49-F238E27FC236}">
                <a16:creationId xmlns:a16="http://schemas.microsoft.com/office/drawing/2014/main" id="{5688ED01-31EE-4369-99CC-249B02544F50}"/>
              </a:ext>
            </a:extLst>
          </p:cNvPr>
          <p:cNvSpPr txBox="1"/>
          <p:nvPr/>
        </p:nvSpPr>
        <p:spPr>
          <a:xfrm>
            <a:off x="5670911" y="1550472"/>
            <a:ext cx="6105378" cy="646331"/>
          </a:xfrm>
          <a:prstGeom prst="rect">
            <a:avLst/>
          </a:prstGeom>
          <a:noFill/>
        </p:spPr>
        <p:txBody>
          <a:bodyPr wrap="square">
            <a:spAutoFit/>
          </a:bodyPr>
          <a:lstStyle/>
          <a:p>
            <a:r>
              <a:rPr lang="ar-SA" sz="3600" b="1" dirty="0">
                <a:solidFill>
                  <a:srgbClr val="FFDE7C"/>
                </a:solidFill>
                <a:effectLst>
                  <a:outerShdw blurRad="38100" dist="38100" dir="2700000" algn="tl">
                    <a:srgbClr val="000000">
                      <a:alpha val="43137"/>
                    </a:srgbClr>
                  </a:outerShdw>
                </a:effectLst>
                <a:latin typeface="Dubai" panose="020B0503030403030204" pitchFamily="34" charset="-78"/>
                <a:cs typeface="Dubai" panose="020B0503030403030204" pitchFamily="34" charset="-78"/>
              </a:rPr>
              <a:t>المهارات:</a:t>
            </a:r>
          </a:p>
        </p:txBody>
      </p:sp>
      <p:pic>
        <p:nvPicPr>
          <p:cNvPr id="6" name="رسم 5" descr="قرص بصري مع تعبئة خالصة">
            <a:extLst>
              <a:ext uri="{FF2B5EF4-FFF2-40B4-BE49-F238E27FC236}">
                <a16:creationId xmlns:a16="http://schemas.microsoft.com/office/drawing/2014/main" id="{986B70EE-8223-42D8-9119-2C5470234CB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24487" y="2621581"/>
            <a:ext cx="457200" cy="457200"/>
          </a:xfrm>
          <a:prstGeom prst="rect">
            <a:avLst/>
          </a:prstGeom>
        </p:spPr>
      </p:pic>
      <p:pic>
        <p:nvPicPr>
          <p:cNvPr id="15" name="رسم 14" descr="قرص بصري مع تعبئة خالصة">
            <a:extLst>
              <a:ext uri="{FF2B5EF4-FFF2-40B4-BE49-F238E27FC236}">
                <a16:creationId xmlns:a16="http://schemas.microsoft.com/office/drawing/2014/main" id="{724DD89F-870B-4C1C-A772-E3BCB8ABF4E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15922" y="3078781"/>
            <a:ext cx="457200" cy="457200"/>
          </a:xfrm>
          <a:prstGeom prst="rect">
            <a:avLst/>
          </a:prstGeom>
        </p:spPr>
      </p:pic>
      <p:pic>
        <p:nvPicPr>
          <p:cNvPr id="17" name="رسم 16" descr="قرص بصري مع تعبئة خالصة">
            <a:extLst>
              <a:ext uri="{FF2B5EF4-FFF2-40B4-BE49-F238E27FC236}">
                <a16:creationId xmlns:a16="http://schemas.microsoft.com/office/drawing/2014/main" id="{2559FE1C-952F-40B2-B48C-6AB8448373A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24487" y="3518675"/>
            <a:ext cx="457200" cy="457200"/>
          </a:xfrm>
          <a:prstGeom prst="rect">
            <a:avLst/>
          </a:prstGeom>
        </p:spPr>
      </p:pic>
      <p:pic>
        <p:nvPicPr>
          <p:cNvPr id="19" name="رسم 18" descr="قرص بصري مع تعبئة خالصة">
            <a:extLst>
              <a:ext uri="{FF2B5EF4-FFF2-40B4-BE49-F238E27FC236}">
                <a16:creationId xmlns:a16="http://schemas.microsoft.com/office/drawing/2014/main" id="{50AE7F7D-7CB9-40B4-A708-9CE9CFBDAE9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22907" y="3981582"/>
            <a:ext cx="457200" cy="457200"/>
          </a:xfrm>
          <a:prstGeom prst="rect">
            <a:avLst/>
          </a:prstGeom>
        </p:spPr>
      </p:pic>
      <p:pic>
        <p:nvPicPr>
          <p:cNvPr id="9" name="صورة 8">
            <a:extLst>
              <a:ext uri="{FF2B5EF4-FFF2-40B4-BE49-F238E27FC236}">
                <a16:creationId xmlns:a16="http://schemas.microsoft.com/office/drawing/2014/main" id="{3DE2AF8B-099A-4F3B-A74C-7326EE9311EC}"/>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21750" y="1682195"/>
            <a:ext cx="6891468" cy="5513174"/>
          </a:xfrm>
          <a:prstGeom prst="rect">
            <a:avLst/>
          </a:prstGeom>
        </p:spPr>
      </p:pic>
    </p:spTree>
    <p:extLst>
      <p:ext uri="{BB962C8B-B14F-4D97-AF65-F5344CB8AC3E}">
        <p14:creationId xmlns:p14="http://schemas.microsoft.com/office/powerpoint/2010/main" val="22995607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عنوان 1">
            <a:extLst>
              <a:ext uri="{FF2B5EF4-FFF2-40B4-BE49-F238E27FC236}">
                <a16:creationId xmlns:a16="http://schemas.microsoft.com/office/drawing/2014/main" id="{E0840506-261B-4D35-9A2D-72618C858765}"/>
              </a:ext>
            </a:extLst>
          </p:cNvPr>
          <p:cNvSpPr txBox="1">
            <a:spLocks/>
          </p:cNvSpPr>
          <p:nvPr/>
        </p:nvSpPr>
        <p:spPr>
          <a:xfrm>
            <a:off x="659119" y="960800"/>
            <a:ext cx="10515600" cy="1325563"/>
          </a:xfrm>
          <a:prstGeom prst="rect">
            <a:avLst/>
          </a:prstGeom>
        </p:spPr>
        <p:txBody>
          <a:bodyPr/>
          <a:lstStyle>
            <a:lvl1pPr algn="r" defTabSz="914400" rtl="1" eaLnBrk="1" latinLnBrk="0" hangingPunct="1">
              <a:lnSpc>
                <a:spcPct val="90000"/>
              </a:lnSpc>
              <a:spcBef>
                <a:spcPct val="0"/>
              </a:spcBef>
              <a:buNone/>
              <a:defRPr sz="4400" kern="1200">
                <a:solidFill>
                  <a:schemeClr val="tx1"/>
                </a:solidFill>
                <a:latin typeface="+mj-lt"/>
                <a:ea typeface="+mj-ea"/>
                <a:cs typeface="+mj-cs"/>
              </a:defRPr>
            </a:lvl1pPr>
          </a:lstStyle>
          <a:p>
            <a:pPr algn="ctr"/>
            <a:r>
              <a:rPr lang="ar-SA" b="1" dirty="0">
                <a:solidFill>
                  <a:srgbClr val="FFDE7C"/>
                </a:solidFill>
                <a:effectLst>
                  <a:outerShdw blurRad="38100" dist="38100" dir="2700000" algn="tl">
                    <a:srgbClr val="000000">
                      <a:alpha val="43137"/>
                    </a:srgbClr>
                  </a:outerShdw>
                </a:effectLst>
                <a:latin typeface="Dubai" panose="020B0503030403030204" pitchFamily="34" charset="-78"/>
                <a:cs typeface="Dubai" panose="020B0503030403030204" pitchFamily="34" charset="-78"/>
              </a:rPr>
              <a:t>الدرس الاول :</a:t>
            </a:r>
          </a:p>
        </p:txBody>
      </p:sp>
      <p:sp>
        <p:nvSpPr>
          <p:cNvPr id="11" name="عنصر نائب للمحتوى 2">
            <a:extLst>
              <a:ext uri="{FF2B5EF4-FFF2-40B4-BE49-F238E27FC236}">
                <a16:creationId xmlns:a16="http://schemas.microsoft.com/office/drawing/2014/main" id="{FAD05275-E72E-4E94-88C3-70E092D051E8}"/>
              </a:ext>
            </a:extLst>
          </p:cNvPr>
          <p:cNvSpPr txBox="1">
            <a:spLocks/>
          </p:cNvSpPr>
          <p:nvPr/>
        </p:nvSpPr>
        <p:spPr>
          <a:xfrm>
            <a:off x="757980" y="1706262"/>
            <a:ext cx="10515600" cy="1067770"/>
          </a:xfrm>
          <a:prstGeom prst="rect">
            <a:avLst/>
          </a:prstGeom>
        </p:spPr>
        <p:txBody>
          <a:bodyPr/>
          <a:lst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ar-SA" sz="6600" b="1" dirty="0">
                <a:solidFill>
                  <a:srgbClr val="535461"/>
                </a:solidFill>
                <a:latin typeface="Dubai" panose="020B0503030403030204" pitchFamily="34" charset="-78"/>
                <a:cs typeface="Dubai" panose="020B0503030403030204" pitchFamily="34" charset="-78"/>
              </a:rPr>
              <a:t>أجهزة الحاسب</a:t>
            </a:r>
          </a:p>
        </p:txBody>
      </p:sp>
      <p:pic>
        <p:nvPicPr>
          <p:cNvPr id="4" name="صورة 3">
            <a:extLst>
              <a:ext uri="{FF2B5EF4-FFF2-40B4-BE49-F238E27FC236}">
                <a16:creationId xmlns:a16="http://schemas.microsoft.com/office/drawing/2014/main" id="{627B569A-6FAD-43F9-A0BF-BD1BB3318D50}"/>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918420" y="2054389"/>
            <a:ext cx="9608457" cy="4737963"/>
          </a:xfrm>
          <a:prstGeom prst="rect">
            <a:avLst/>
          </a:prstGeom>
        </p:spPr>
      </p:pic>
    </p:spTree>
    <p:extLst>
      <p:ext uri="{BB962C8B-B14F-4D97-AF65-F5344CB8AC3E}">
        <p14:creationId xmlns:p14="http://schemas.microsoft.com/office/powerpoint/2010/main" val="62981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مربع نص 3">
            <a:extLst>
              <a:ext uri="{FF2B5EF4-FFF2-40B4-BE49-F238E27FC236}">
                <a16:creationId xmlns:a16="http://schemas.microsoft.com/office/drawing/2014/main" id="{246DB9FF-C26E-4E90-A619-571CE155DFA6}"/>
              </a:ext>
            </a:extLst>
          </p:cNvPr>
          <p:cNvSpPr txBox="1"/>
          <p:nvPr/>
        </p:nvSpPr>
        <p:spPr>
          <a:xfrm>
            <a:off x="2049764" y="288485"/>
            <a:ext cx="7805704" cy="1323439"/>
          </a:xfrm>
          <a:prstGeom prst="rect">
            <a:avLst/>
          </a:prstGeom>
          <a:noFill/>
        </p:spPr>
        <p:txBody>
          <a:bodyPr wrap="square" rtlCol="1">
            <a:spAutoFit/>
          </a:bodyPr>
          <a:lstStyle/>
          <a:p>
            <a:pPr algn="ctr"/>
            <a:r>
              <a:rPr lang="ar-SA" sz="4000" b="1" dirty="0">
                <a:solidFill>
                  <a:srgbClr val="FFDE7C"/>
                </a:solidFill>
                <a:effectLst>
                  <a:outerShdw blurRad="38100" dist="38100" dir="2700000" algn="tl">
                    <a:srgbClr val="000000">
                      <a:alpha val="43137"/>
                    </a:srgbClr>
                  </a:outerShdw>
                </a:effectLst>
                <a:latin typeface="Dubai" panose="020B0503030403030204" pitchFamily="34" charset="-78"/>
                <a:cs typeface="Dubai" panose="020B0503030403030204" pitchFamily="34" charset="-78"/>
              </a:rPr>
              <a:t>تقويم قبلي</a:t>
            </a:r>
          </a:p>
          <a:p>
            <a:pPr algn="ctr"/>
            <a:r>
              <a:rPr lang="ar-SA" sz="4000" b="1" dirty="0">
                <a:solidFill>
                  <a:srgbClr val="FFDE7C"/>
                </a:solidFill>
                <a:effectLst>
                  <a:outerShdw blurRad="38100" dist="38100" dir="2700000" algn="tl">
                    <a:srgbClr val="000000">
                      <a:alpha val="43137"/>
                    </a:srgbClr>
                  </a:outerShdw>
                </a:effectLst>
                <a:latin typeface="Dubai" panose="020B0503030403030204" pitchFamily="34" charset="-78"/>
                <a:cs typeface="Dubai" panose="020B0503030403030204" pitchFamily="34" charset="-78"/>
              </a:rPr>
              <a:t>(استراتيجية المناقشة النشطة)</a:t>
            </a:r>
          </a:p>
        </p:txBody>
      </p:sp>
      <p:sp>
        <p:nvSpPr>
          <p:cNvPr id="5" name="مربع نص 4">
            <a:extLst>
              <a:ext uri="{FF2B5EF4-FFF2-40B4-BE49-F238E27FC236}">
                <a16:creationId xmlns:a16="http://schemas.microsoft.com/office/drawing/2014/main" id="{94124DE6-554F-47DB-8615-368FD223C327}"/>
              </a:ext>
            </a:extLst>
          </p:cNvPr>
          <p:cNvSpPr txBox="1"/>
          <p:nvPr/>
        </p:nvSpPr>
        <p:spPr>
          <a:xfrm>
            <a:off x="1135890" y="1681822"/>
            <a:ext cx="9760261" cy="646331"/>
          </a:xfrm>
          <a:prstGeom prst="rect">
            <a:avLst/>
          </a:prstGeom>
          <a:noFill/>
        </p:spPr>
        <p:txBody>
          <a:bodyPr wrap="square" rtlCol="1">
            <a:spAutoFit/>
          </a:bodyPr>
          <a:lstStyle/>
          <a:p>
            <a:pPr algn="ctr"/>
            <a:r>
              <a:rPr lang="ar-SA" sz="3600" b="1" dirty="0">
                <a:solidFill>
                  <a:srgbClr val="535461"/>
                </a:solidFill>
                <a:latin typeface="Dubai" panose="020B0503030403030204" pitchFamily="34" charset="-78"/>
                <a:cs typeface="Dubai" panose="020B0503030403030204" pitchFamily="34" charset="-78"/>
              </a:rPr>
              <a:t>من خلال معلوماتك ما هو الحاسب وماهي اهميته ؟</a:t>
            </a:r>
          </a:p>
        </p:txBody>
      </p:sp>
      <p:pic>
        <p:nvPicPr>
          <p:cNvPr id="7" name="صورة 6">
            <a:extLst>
              <a:ext uri="{FF2B5EF4-FFF2-40B4-BE49-F238E27FC236}">
                <a16:creationId xmlns:a16="http://schemas.microsoft.com/office/drawing/2014/main" id="{EBE589D2-814D-4547-8DAE-DEF0E3BCB7D9}"/>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175532" y="2091746"/>
            <a:ext cx="6865034" cy="4947832"/>
          </a:xfrm>
          <a:prstGeom prst="rect">
            <a:avLst/>
          </a:prstGeom>
        </p:spPr>
      </p:pic>
      <p:pic>
        <p:nvPicPr>
          <p:cNvPr id="15" name="btnInknoeActivity">
            <a:extLst>
              <a:ext uri="{FF2B5EF4-FFF2-40B4-BE49-F238E27FC236}">
                <a16:creationId xmlns:a16="http://schemas.microsoft.com/office/drawing/2014/main" id="{CFE97CA6-3EF6-4F02-8FFE-C7CDEBAA1F06}"/>
              </a:ext>
            </a:extLst>
          </p:cNvPr>
          <p:cNvPicPr>
            <a:picLocks noChangeAspect="1"/>
          </p:cNvPicPr>
          <p:nvPr>
            <p:custDataLst>
              <p:tags r:id="rId1"/>
            </p:custDataLst>
          </p:nvPr>
        </p:nvPicPr>
        <p:blipFill>
          <a:blip r:embed="rId4" r:link="rId5">
            <a:extLst>
              <a:ext uri="{28A0092B-C50C-407E-A947-70E740481C1C}">
                <a14:useLocalDpi xmlns:a14="http://schemas.microsoft.com/office/drawing/2010/main" val="0"/>
              </a:ext>
            </a:extLst>
          </a:blip>
          <a:stretch>
            <a:fillRect/>
          </a:stretch>
        </p:blipFill>
        <p:spPr>
          <a:xfrm>
            <a:off x="8347499" y="3397124"/>
            <a:ext cx="2219546" cy="571500"/>
          </a:xfrm>
          <a:prstGeom prst="rect">
            <a:avLst/>
          </a:prstGeom>
        </p:spPr>
      </p:pic>
    </p:spTree>
    <p:extLst>
      <p:ext uri="{BB962C8B-B14F-4D97-AF65-F5344CB8AC3E}">
        <p14:creationId xmlns:p14="http://schemas.microsoft.com/office/powerpoint/2010/main" val="32811815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مربع نص 1">
            <a:extLst>
              <a:ext uri="{FF2B5EF4-FFF2-40B4-BE49-F238E27FC236}">
                <a16:creationId xmlns:a16="http://schemas.microsoft.com/office/drawing/2014/main" id="{F181C94A-46C0-4095-8515-16ED6701C326}"/>
              </a:ext>
            </a:extLst>
          </p:cNvPr>
          <p:cNvSpPr txBox="1"/>
          <p:nvPr/>
        </p:nvSpPr>
        <p:spPr>
          <a:xfrm>
            <a:off x="2118817" y="3244494"/>
            <a:ext cx="9097105" cy="3046988"/>
          </a:xfrm>
          <a:prstGeom prst="rect">
            <a:avLst/>
          </a:prstGeom>
          <a:noFill/>
        </p:spPr>
        <p:txBody>
          <a:bodyPr wrap="square" rtlCol="1">
            <a:spAutoFit/>
          </a:bodyPr>
          <a:lstStyle/>
          <a:p>
            <a:r>
              <a:rPr lang="ar-SA" sz="3200" b="1" dirty="0">
                <a:solidFill>
                  <a:srgbClr val="535461"/>
                </a:solidFill>
                <a:latin typeface="Dubai" panose="020B0503030403030204" pitchFamily="34" charset="-78"/>
                <a:cs typeface="Dubai" panose="020B0503030403030204" pitchFamily="34" charset="-78"/>
              </a:rPr>
              <a:t>ماهية الحاسب. </a:t>
            </a:r>
          </a:p>
          <a:p>
            <a:r>
              <a:rPr lang="ar-SA" sz="3200" b="1" dirty="0">
                <a:solidFill>
                  <a:srgbClr val="535461"/>
                </a:solidFill>
                <a:latin typeface="Dubai" panose="020B0503030403030204" pitchFamily="34" charset="-78"/>
                <a:cs typeface="Dubai" panose="020B0503030403030204" pitchFamily="34" charset="-78"/>
              </a:rPr>
              <a:t>أجزاء الحاسب. </a:t>
            </a:r>
          </a:p>
          <a:p>
            <a:r>
              <a:rPr lang="ar-SA" sz="3200" b="1" dirty="0">
                <a:solidFill>
                  <a:srgbClr val="535461"/>
                </a:solidFill>
                <a:latin typeface="Dubai" panose="020B0503030403030204" pitchFamily="34" charset="-78"/>
                <a:cs typeface="Dubai" panose="020B0503030403030204" pitchFamily="34" charset="-78"/>
              </a:rPr>
              <a:t>تمييز الأجهزة الملحقة وأدوات التخزين. </a:t>
            </a:r>
          </a:p>
          <a:p>
            <a:r>
              <a:rPr lang="ar-SA" sz="3200" b="1" dirty="0">
                <a:solidFill>
                  <a:srgbClr val="535461"/>
                </a:solidFill>
                <a:latin typeface="Dubai" panose="020B0503030403030204" pitchFamily="34" charset="-78"/>
                <a:cs typeface="Dubai" panose="020B0503030403030204" pitchFamily="34" charset="-78"/>
              </a:rPr>
              <a:t>ماهية نظام التشغيل ولماذا يحتاجه الحاسب. </a:t>
            </a:r>
          </a:p>
          <a:p>
            <a:r>
              <a:rPr lang="ar-SA" sz="3200" b="1" dirty="0">
                <a:solidFill>
                  <a:srgbClr val="535461"/>
                </a:solidFill>
                <a:latin typeface="Dubai" panose="020B0503030403030204" pitchFamily="34" charset="-78"/>
                <a:cs typeface="Dubai" panose="020B0503030403030204" pitchFamily="34" charset="-78"/>
              </a:rPr>
              <a:t>كيفية استخدام نظام التشغيل وتغيير إعداداته الأساسية.  </a:t>
            </a:r>
          </a:p>
          <a:p>
            <a:r>
              <a:rPr lang="ar-SA" sz="3200" b="1" dirty="0">
                <a:solidFill>
                  <a:srgbClr val="535461"/>
                </a:solidFill>
                <a:latin typeface="Dubai" panose="020B0503030403030204" pitchFamily="34" charset="-78"/>
                <a:cs typeface="Dubai" panose="020B0503030403030204" pitchFamily="34" charset="-78"/>
              </a:rPr>
              <a:t>ماهية الملفات والمجلدات وكيفية استخدامها. </a:t>
            </a:r>
          </a:p>
        </p:txBody>
      </p:sp>
      <p:sp>
        <p:nvSpPr>
          <p:cNvPr id="13" name="مربع نص 12">
            <a:extLst>
              <a:ext uri="{FF2B5EF4-FFF2-40B4-BE49-F238E27FC236}">
                <a16:creationId xmlns:a16="http://schemas.microsoft.com/office/drawing/2014/main" id="{5688ED01-31EE-4369-99CC-249B02544F50}"/>
              </a:ext>
            </a:extLst>
          </p:cNvPr>
          <p:cNvSpPr txBox="1"/>
          <p:nvPr/>
        </p:nvSpPr>
        <p:spPr>
          <a:xfrm>
            <a:off x="5670911" y="2512743"/>
            <a:ext cx="6105378" cy="646331"/>
          </a:xfrm>
          <a:prstGeom prst="rect">
            <a:avLst/>
          </a:prstGeom>
          <a:noFill/>
        </p:spPr>
        <p:txBody>
          <a:bodyPr wrap="square">
            <a:spAutoFit/>
          </a:bodyPr>
          <a:lstStyle/>
          <a:p>
            <a:r>
              <a:rPr lang="ar-SA" sz="3600" b="1" dirty="0">
                <a:solidFill>
                  <a:srgbClr val="3884FD"/>
                </a:solidFill>
                <a:effectLst>
                  <a:outerShdw blurRad="38100" dist="38100" dir="2700000" algn="tl">
                    <a:srgbClr val="000000">
                      <a:alpha val="43137"/>
                    </a:srgbClr>
                  </a:outerShdw>
                </a:effectLst>
                <a:latin typeface="Dubai" panose="020B0503030403030204" pitchFamily="34" charset="-78"/>
                <a:cs typeface="Dubai" panose="020B0503030403030204" pitchFamily="34" charset="-78"/>
              </a:rPr>
              <a:t>اهداف التعلم:</a:t>
            </a:r>
          </a:p>
        </p:txBody>
      </p:sp>
      <p:pic>
        <p:nvPicPr>
          <p:cNvPr id="6" name="رسم 5" descr="قرص بصري مع تعبئة خالصة">
            <a:extLst>
              <a:ext uri="{FF2B5EF4-FFF2-40B4-BE49-F238E27FC236}">
                <a16:creationId xmlns:a16="http://schemas.microsoft.com/office/drawing/2014/main" id="{986B70EE-8223-42D8-9119-2C5470234CB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22907" y="5786317"/>
            <a:ext cx="457200" cy="457200"/>
          </a:xfrm>
          <a:prstGeom prst="rect">
            <a:avLst/>
          </a:prstGeom>
        </p:spPr>
      </p:pic>
      <p:pic>
        <p:nvPicPr>
          <p:cNvPr id="15" name="رسم 14" descr="قرص بصري مع تعبئة خالصة">
            <a:extLst>
              <a:ext uri="{FF2B5EF4-FFF2-40B4-BE49-F238E27FC236}">
                <a16:creationId xmlns:a16="http://schemas.microsoft.com/office/drawing/2014/main" id="{724DD89F-870B-4C1C-A772-E3BCB8ABF4E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22907" y="3263003"/>
            <a:ext cx="457200" cy="457200"/>
          </a:xfrm>
          <a:prstGeom prst="rect">
            <a:avLst/>
          </a:prstGeom>
        </p:spPr>
      </p:pic>
      <p:pic>
        <p:nvPicPr>
          <p:cNvPr id="17" name="رسم 16" descr="قرص بصري مع تعبئة خالصة">
            <a:extLst>
              <a:ext uri="{FF2B5EF4-FFF2-40B4-BE49-F238E27FC236}">
                <a16:creationId xmlns:a16="http://schemas.microsoft.com/office/drawing/2014/main" id="{2559FE1C-952F-40B2-B48C-6AB8448373A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15922" y="3773557"/>
            <a:ext cx="457200" cy="457200"/>
          </a:xfrm>
          <a:prstGeom prst="rect">
            <a:avLst/>
          </a:prstGeom>
        </p:spPr>
      </p:pic>
      <p:pic>
        <p:nvPicPr>
          <p:cNvPr id="19" name="رسم 18" descr="قرص بصري مع تعبئة خالصة">
            <a:extLst>
              <a:ext uri="{FF2B5EF4-FFF2-40B4-BE49-F238E27FC236}">
                <a16:creationId xmlns:a16="http://schemas.microsoft.com/office/drawing/2014/main" id="{50AE7F7D-7CB9-40B4-A708-9CE9CFBDAE9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22907" y="4257434"/>
            <a:ext cx="457200" cy="457200"/>
          </a:xfrm>
          <a:prstGeom prst="rect">
            <a:avLst/>
          </a:prstGeom>
        </p:spPr>
      </p:pic>
      <p:pic>
        <p:nvPicPr>
          <p:cNvPr id="21" name="رسم 20" descr="قرص بصري مع تعبئة خالصة">
            <a:extLst>
              <a:ext uri="{FF2B5EF4-FFF2-40B4-BE49-F238E27FC236}">
                <a16:creationId xmlns:a16="http://schemas.microsoft.com/office/drawing/2014/main" id="{93F4CFDF-0648-4067-B9A0-0A7DAD08D51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22907" y="4767988"/>
            <a:ext cx="457200" cy="457200"/>
          </a:xfrm>
          <a:prstGeom prst="rect">
            <a:avLst/>
          </a:prstGeom>
        </p:spPr>
      </p:pic>
      <p:pic>
        <p:nvPicPr>
          <p:cNvPr id="22" name="رسم 21" descr="قرص بصري مع تعبئة خالصة">
            <a:extLst>
              <a:ext uri="{FF2B5EF4-FFF2-40B4-BE49-F238E27FC236}">
                <a16:creationId xmlns:a16="http://schemas.microsoft.com/office/drawing/2014/main" id="{7A44ADA4-B6FF-49BB-B0F5-1070AAA5D09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222907" y="5329117"/>
            <a:ext cx="457200" cy="457200"/>
          </a:xfrm>
          <a:prstGeom prst="rect">
            <a:avLst/>
          </a:prstGeom>
        </p:spPr>
      </p:pic>
      <p:pic>
        <p:nvPicPr>
          <p:cNvPr id="4" name="صورة 3">
            <a:extLst>
              <a:ext uri="{FF2B5EF4-FFF2-40B4-BE49-F238E27FC236}">
                <a16:creationId xmlns:a16="http://schemas.microsoft.com/office/drawing/2014/main" id="{3C7BE606-5700-4E46-A7F0-AAFF857C7F75}"/>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756412" y="-2980"/>
            <a:ext cx="9001779" cy="5773209"/>
          </a:xfrm>
          <a:prstGeom prst="rect">
            <a:avLst/>
          </a:prstGeom>
        </p:spPr>
      </p:pic>
    </p:spTree>
    <p:extLst>
      <p:ext uri="{BB962C8B-B14F-4D97-AF65-F5344CB8AC3E}">
        <p14:creationId xmlns:p14="http://schemas.microsoft.com/office/powerpoint/2010/main" val="30436003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صورة 2">
            <a:extLst>
              <a:ext uri="{FF2B5EF4-FFF2-40B4-BE49-F238E27FC236}">
                <a16:creationId xmlns:a16="http://schemas.microsoft.com/office/drawing/2014/main" id="{F40E1EF1-7CB2-4DCC-AFC2-CA903354C392}"/>
              </a:ext>
            </a:extLst>
          </p:cNvPr>
          <p:cNvPicPr>
            <a:picLocks noChangeAspect="1"/>
          </p:cNvPicPr>
          <p:nvPr/>
        </p:nvPicPr>
        <p:blipFill>
          <a:blip r:embed="rId2"/>
          <a:stretch>
            <a:fillRect/>
          </a:stretch>
        </p:blipFill>
        <p:spPr>
          <a:xfrm>
            <a:off x="399275" y="1612703"/>
            <a:ext cx="11697528" cy="997050"/>
          </a:xfrm>
          <a:prstGeom prst="rect">
            <a:avLst/>
          </a:prstGeom>
        </p:spPr>
      </p:pic>
      <p:pic>
        <p:nvPicPr>
          <p:cNvPr id="5" name="صورة 4">
            <a:extLst>
              <a:ext uri="{FF2B5EF4-FFF2-40B4-BE49-F238E27FC236}">
                <a16:creationId xmlns:a16="http://schemas.microsoft.com/office/drawing/2014/main" id="{C53A11DA-97BE-456A-93ED-73A7813F3D69}"/>
              </a:ext>
            </a:extLst>
          </p:cNvPr>
          <p:cNvPicPr>
            <a:picLocks noChangeAspect="1"/>
          </p:cNvPicPr>
          <p:nvPr/>
        </p:nvPicPr>
        <p:blipFill>
          <a:blip r:embed="rId3">
            <a:duotone>
              <a:schemeClr val="accent1">
                <a:shade val="45000"/>
                <a:satMod val="135000"/>
              </a:schemeClr>
              <a:prstClr val="white"/>
            </a:duotone>
          </a:blip>
          <a:stretch>
            <a:fillRect/>
          </a:stretch>
        </p:blipFill>
        <p:spPr>
          <a:xfrm>
            <a:off x="4909976" y="2809950"/>
            <a:ext cx="6654228" cy="2970293"/>
          </a:xfrm>
          <a:prstGeom prst="rect">
            <a:avLst/>
          </a:prstGeom>
        </p:spPr>
      </p:pic>
      <p:pic>
        <p:nvPicPr>
          <p:cNvPr id="4" name="صورة 3">
            <a:extLst>
              <a:ext uri="{FF2B5EF4-FFF2-40B4-BE49-F238E27FC236}">
                <a16:creationId xmlns:a16="http://schemas.microsoft.com/office/drawing/2014/main" id="{BF868C8E-2047-4E4D-8354-18D59DE6BB64}"/>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72624" y="3792613"/>
            <a:ext cx="6387534" cy="3065387"/>
          </a:xfrm>
          <a:prstGeom prst="rect">
            <a:avLst/>
          </a:prstGeom>
        </p:spPr>
      </p:pic>
      <p:sp>
        <p:nvSpPr>
          <p:cNvPr id="15" name="مربع نص 14">
            <a:extLst>
              <a:ext uri="{FF2B5EF4-FFF2-40B4-BE49-F238E27FC236}">
                <a16:creationId xmlns:a16="http://schemas.microsoft.com/office/drawing/2014/main" id="{3CB10711-F174-408A-9DC4-710791B325FC}"/>
              </a:ext>
            </a:extLst>
          </p:cNvPr>
          <p:cNvSpPr txBox="1"/>
          <p:nvPr/>
        </p:nvSpPr>
        <p:spPr>
          <a:xfrm>
            <a:off x="3043311" y="489990"/>
            <a:ext cx="6105378" cy="769441"/>
          </a:xfrm>
          <a:prstGeom prst="rect">
            <a:avLst/>
          </a:prstGeom>
          <a:noFill/>
        </p:spPr>
        <p:txBody>
          <a:bodyPr wrap="square">
            <a:spAutoFit/>
          </a:bodyPr>
          <a:lstStyle/>
          <a:p>
            <a:pPr algn="ctr"/>
            <a:r>
              <a:rPr lang="ar-SA" sz="4400" b="1" dirty="0">
                <a:solidFill>
                  <a:srgbClr val="FFDE7C"/>
                </a:solidFill>
                <a:effectLst>
                  <a:outerShdw blurRad="38100" dist="38100" dir="2700000" algn="tl">
                    <a:srgbClr val="000000">
                      <a:alpha val="43137"/>
                    </a:srgbClr>
                  </a:outerShdw>
                </a:effectLst>
                <a:latin typeface="Dubai" panose="020B0503030403030204" pitchFamily="34" charset="-78"/>
                <a:cs typeface="Dubai" panose="020B0503030403030204" pitchFamily="34" charset="-78"/>
              </a:rPr>
              <a:t>ما لحاسب ؟</a:t>
            </a:r>
          </a:p>
        </p:txBody>
      </p:sp>
    </p:spTree>
    <p:extLst>
      <p:ext uri="{BB962C8B-B14F-4D97-AF65-F5344CB8AC3E}">
        <p14:creationId xmlns:p14="http://schemas.microsoft.com/office/powerpoint/2010/main" val="22322979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صورة 4">
            <a:extLst>
              <a:ext uri="{FF2B5EF4-FFF2-40B4-BE49-F238E27FC236}">
                <a16:creationId xmlns:a16="http://schemas.microsoft.com/office/drawing/2014/main" id="{A7E73DC2-2D5F-4876-94FE-9C7632DA2B99}"/>
              </a:ext>
            </a:extLst>
          </p:cNvPr>
          <p:cNvPicPr>
            <a:picLocks noChangeAspect="1"/>
          </p:cNvPicPr>
          <p:nvPr/>
        </p:nvPicPr>
        <p:blipFill>
          <a:blip r:embed="rId2"/>
          <a:stretch>
            <a:fillRect/>
          </a:stretch>
        </p:blipFill>
        <p:spPr>
          <a:xfrm>
            <a:off x="5354570" y="1792331"/>
            <a:ext cx="6665232" cy="4424660"/>
          </a:xfrm>
          <a:prstGeom prst="rect">
            <a:avLst/>
          </a:prstGeom>
        </p:spPr>
      </p:pic>
      <p:pic>
        <p:nvPicPr>
          <p:cNvPr id="3" name="صورة 2" descr="صورة تحتوي على نص, إلكترونيات, كمبيوتر&#10;&#10;تم إنشاء الوصف تلقائياً">
            <a:extLst>
              <a:ext uri="{FF2B5EF4-FFF2-40B4-BE49-F238E27FC236}">
                <a16:creationId xmlns:a16="http://schemas.microsoft.com/office/drawing/2014/main" id="{6FADC0DE-A5E9-4A28-9890-4937E06502E4}"/>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94775" y="2811380"/>
            <a:ext cx="6846981" cy="4046620"/>
          </a:xfrm>
          <a:prstGeom prst="rect">
            <a:avLst/>
          </a:prstGeom>
        </p:spPr>
      </p:pic>
      <p:sp>
        <p:nvSpPr>
          <p:cNvPr id="15" name="مربع نص 14">
            <a:extLst>
              <a:ext uri="{FF2B5EF4-FFF2-40B4-BE49-F238E27FC236}">
                <a16:creationId xmlns:a16="http://schemas.microsoft.com/office/drawing/2014/main" id="{222D2644-F492-4E20-9D2A-D1C147C1F1A9}"/>
              </a:ext>
            </a:extLst>
          </p:cNvPr>
          <p:cNvSpPr txBox="1"/>
          <p:nvPr/>
        </p:nvSpPr>
        <p:spPr>
          <a:xfrm>
            <a:off x="3103878" y="417252"/>
            <a:ext cx="6105378" cy="707886"/>
          </a:xfrm>
          <a:prstGeom prst="rect">
            <a:avLst/>
          </a:prstGeom>
          <a:noFill/>
        </p:spPr>
        <p:txBody>
          <a:bodyPr wrap="square">
            <a:spAutoFit/>
          </a:bodyPr>
          <a:lstStyle/>
          <a:p>
            <a:pPr algn="ctr"/>
            <a:r>
              <a:rPr lang="ar-SA" sz="4000" b="1" dirty="0">
                <a:solidFill>
                  <a:srgbClr val="FFDE7C"/>
                </a:solidFill>
                <a:effectLst>
                  <a:outerShdw blurRad="38100" dist="38100" dir="2700000" algn="tl">
                    <a:srgbClr val="000000">
                      <a:alpha val="43137"/>
                    </a:srgbClr>
                  </a:outerShdw>
                </a:effectLst>
                <a:latin typeface="Dubai" panose="020B0503030403030204" pitchFamily="34" charset="-78"/>
                <a:cs typeface="Dubai" panose="020B0503030403030204" pitchFamily="34" charset="-78"/>
              </a:rPr>
              <a:t>انواع الحاسبات :</a:t>
            </a:r>
          </a:p>
        </p:txBody>
      </p:sp>
    </p:spTree>
    <p:extLst>
      <p:ext uri="{BB962C8B-B14F-4D97-AF65-F5344CB8AC3E}">
        <p14:creationId xmlns:p14="http://schemas.microsoft.com/office/powerpoint/2010/main" val="33054515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صورة 2">
            <a:extLst>
              <a:ext uri="{FF2B5EF4-FFF2-40B4-BE49-F238E27FC236}">
                <a16:creationId xmlns:a16="http://schemas.microsoft.com/office/drawing/2014/main" id="{79ED2C86-8E1C-4193-91E2-C6743119CF4A}"/>
              </a:ext>
            </a:extLst>
          </p:cNvPr>
          <p:cNvPicPr>
            <a:picLocks noChangeAspect="1"/>
          </p:cNvPicPr>
          <p:nvPr/>
        </p:nvPicPr>
        <p:blipFill rotWithShape="1">
          <a:blip r:embed="rId2"/>
          <a:srcRect l="57010"/>
          <a:stretch/>
        </p:blipFill>
        <p:spPr>
          <a:xfrm>
            <a:off x="6499274" y="1822635"/>
            <a:ext cx="5367772" cy="4121906"/>
          </a:xfrm>
          <a:prstGeom prst="rect">
            <a:avLst/>
          </a:prstGeom>
        </p:spPr>
      </p:pic>
      <p:pic>
        <p:nvPicPr>
          <p:cNvPr id="4" name="صورة 3">
            <a:extLst>
              <a:ext uri="{FF2B5EF4-FFF2-40B4-BE49-F238E27FC236}">
                <a16:creationId xmlns:a16="http://schemas.microsoft.com/office/drawing/2014/main" id="{801DD75E-E6DE-4FF4-AA84-931E55160511}"/>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8917" y="1198777"/>
            <a:ext cx="6610938" cy="4814169"/>
          </a:xfrm>
          <a:prstGeom prst="rect">
            <a:avLst/>
          </a:prstGeom>
        </p:spPr>
      </p:pic>
      <p:sp>
        <p:nvSpPr>
          <p:cNvPr id="13" name="مربع نص 12">
            <a:extLst>
              <a:ext uri="{FF2B5EF4-FFF2-40B4-BE49-F238E27FC236}">
                <a16:creationId xmlns:a16="http://schemas.microsoft.com/office/drawing/2014/main" id="{EE3CA801-15B0-474D-A345-9AA2027BCC12}"/>
              </a:ext>
            </a:extLst>
          </p:cNvPr>
          <p:cNvSpPr txBox="1"/>
          <p:nvPr/>
        </p:nvSpPr>
        <p:spPr>
          <a:xfrm>
            <a:off x="3103878" y="417252"/>
            <a:ext cx="6105378" cy="707886"/>
          </a:xfrm>
          <a:prstGeom prst="rect">
            <a:avLst/>
          </a:prstGeom>
          <a:noFill/>
        </p:spPr>
        <p:txBody>
          <a:bodyPr wrap="square">
            <a:spAutoFit/>
          </a:bodyPr>
          <a:lstStyle/>
          <a:p>
            <a:pPr algn="ctr"/>
            <a:r>
              <a:rPr lang="ar-SA" sz="4000" b="1" dirty="0">
                <a:solidFill>
                  <a:srgbClr val="FFDE7C"/>
                </a:solidFill>
                <a:effectLst>
                  <a:outerShdw blurRad="38100" dist="38100" dir="2700000" algn="tl">
                    <a:srgbClr val="000000">
                      <a:alpha val="43137"/>
                    </a:srgbClr>
                  </a:outerShdw>
                </a:effectLst>
                <a:latin typeface="Dubai" panose="020B0503030403030204" pitchFamily="34" charset="-78"/>
                <a:cs typeface="Dubai" panose="020B0503030403030204" pitchFamily="34" charset="-78"/>
              </a:rPr>
              <a:t>انواع الحاسبات :</a:t>
            </a:r>
          </a:p>
        </p:txBody>
      </p:sp>
    </p:spTree>
    <p:extLst>
      <p:ext uri="{BB962C8B-B14F-4D97-AF65-F5344CB8AC3E}">
        <p14:creationId xmlns:p14="http://schemas.microsoft.com/office/powerpoint/2010/main" val="1502999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صورة 2">
            <a:extLst>
              <a:ext uri="{FF2B5EF4-FFF2-40B4-BE49-F238E27FC236}">
                <a16:creationId xmlns:a16="http://schemas.microsoft.com/office/drawing/2014/main" id="{5C2FEBFA-41D1-4468-A8E5-767F33078EDA}"/>
              </a:ext>
            </a:extLst>
          </p:cNvPr>
          <p:cNvPicPr>
            <a:picLocks noChangeAspect="1"/>
          </p:cNvPicPr>
          <p:nvPr/>
        </p:nvPicPr>
        <p:blipFill>
          <a:blip r:embed="rId2"/>
          <a:stretch>
            <a:fillRect/>
          </a:stretch>
        </p:blipFill>
        <p:spPr>
          <a:xfrm>
            <a:off x="2476161" y="1480837"/>
            <a:ext cx="9430329" cy="2501168"/>
          </a:xfrm>
          <a:prstGeom prst="rect">
            <a:avLst/>
          </a:prstGeom>
        </p:spPr>
      </p:pic>
      <p:pic>
        <p:nvPicPr>
          <p:cNvPr id="4" name="صورة 3">
            <a:extLst>
              <a:ext uri="{FF2B5EF4-FFF2-40B4-BE49-F238E27FC236}">
                <a16:creationId xmlns:a16="http://schemas.microsoft.com/office/drawing/2014/main" id="{24B803FC-47BC-4A1C-B895-78A010F101E7}"/>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804745" y="2535910"/>
            <a:ext cx="5687682" cy="4391818"/>
          </a:xfrm>
          <a:prstGeom prst="rect">
            <a:avLst/>
          </a:prstGeom>
        </p:spPr>
      </p:pic>
      <p:sp>
        <p:nvSpPr>
          <p:cNvPr id="13" name="مربع نص 12">
            <a:extLst>
              <a:ext uri="{FF2B5EF4-FFF2-40B4-BE49-F238E27FC236}">
                <a16:creationId xmlns:a16="http://schemas.microsoft.com/office/drawing/2014/main" id="{43399DDC-01A9-43D1-AB3C-6D4983B158C5}"/>
              </a:ext>
            </a:extLst>
          </p:cNvPr>
          <p:cNvSpPr txBox="1"/>
          <p:nvPr/>
        </p:nvSpPr>
        <p:spPr>
          <a:xfrm>
            <a:off x="3103878" y="417252"/>
            <a:ext cx="6105378" cy="707886"/>
          </a:xfrm>
          <a:prstGeom prst="rect">
            <a:avLst/>
          </a:prstGeom>
          <a:noFill/>
        </p:spPr>
        <p:txBody>
          <a:bodyPr wrap="square">
            <a:spAutoFit/>
          </a:bodyPr>
          <a:lstStyle/>
          <a:p>
            <a:pPr algn="ctr"/>
            <a:r>
              <a:rPr lang="ar-SA" sz="4000" b="1" dirty="0">
                <a:solidFill>
                  <a:srgbClr val="FFDE7C"/>
                </a:solidFill>
                <a:effectLst>
                  <a:outerShdw blurRad="38100" dist="38100" dir="2700000" algn="tl">
                    <a:srgbClr val="000000">
                      <a:alpha val="43137"/>
                    </a:srgbClr>
                  </a:outerShdw>
                </a:effectLst>
                <a:latin typeface="Dubai" panose="020B0503030403030204" pitchFamily="34" charset="-78"/>
                <a:cs typeface="Dubai" panose="020B0503030403030204" pitchFamily="34" charset="-78"/>
              </a:rPr>
              <a:t>انواع الحاسبات :</a:t>
            </a:r>
          </a:p>
        </p:txBody>
      </p:sp>
    </p:spTree>
    <p:extLst>
      <p:ext uri="{BB962C8B-B14F-4D97-AF65-F5344CB8AC3E}">
        <p14:creationId xmlns:p14="http://schemas.microsoft.com/office/powerpoint/2010/main" val="39700664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صورة 2">
            <a:extLst>
              <a:ext uri="{FF2B5EF4-FFF2-40B4-BE49-F238E27FC236}">
                <a16:creationId xmlns:a16="http://schemas.microsoft.com/office/drawing/2014/main" id="{FCC23D51-DF1C-4A44-8E7D-622A2E7D9808}"/>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613233" y="1158922"/>
            <a:ext cx="7363111" cy="1324414"/>
          </a:xfrm>
          <a:prstGeom prst="rect">
            <a:avLst/>
          </a:prstGeom>
        </p:spPr>
      </p:pic>
      <p:pic>
        <p:nvPicPr>
          <p:cNvPr id="5" name="صورة 4">
            <a:extLst>
              <a:ext uri="{FF2B5EF4-FFF2-40B4-BE49-F238E27FC236}">
                <a16:creationId xmlns:a16="http://schemas.microsoft.com/office/drawing/2014/main" id="{F1CA049F-92D2-4FC8-AF59-30B9208E77E3}"/>
              </a:ext>
            </a:extLst>
          </p:cNvPr>
          <p:cNvPicPr>
            <a:picLocks noChangeAspect="1"/>
          </p:cNvPicPr>
          <p:nvPr/>
        </p:nvPicPr>
        <p:blipFill rotWithShape="1">
          <a:blip r:embed="rId3">
            <a:clrChange>
              <a:clrFrom>
                <a:srgbClr val="FFFFFF"/>
              </a:clrFrom>
              <a:clrTo>
                <a:srgbClr val="FFFFFF">
                  <a:alpha val="0"/>
                </a:srgbClr>
              </a:clrTo>
            </a:clrChange>
          </a:blip>
          <a:srcRect r="34545"/>
          <a:stretch/>
        </p:blipFill>
        <p:spPr>
          <a:xfrm>
            <a:off x="5329356" y="1993596"/>
            <a:ext cx="6674275" cy="4187633"/>
          </a:xfrm>
          <a:prstGeom prst="rect">
            <a:avLst/>
          </a:prstGeom>
        </p:spPr>
      </p:pic>
      <p:pic>
        <p:nvPicPr>
          <p:cNvPr id="4" name="صورة 3">
            <a:extLst>
              <a:ext uri="{FF2B5EF4-FFF2-40B4-BE49-F238E27FC236}">
                <a16:creationId xmlns:a16="http://schemas.microsoft.com/office/drawing/2014/main" id="{83F7DF54-A933-4339-AE11-9E293543811C}"/>
              </a:ext>
            </a:extLst>
          </p:cNvPr>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flipH="1">
            <a:off x="-467771" y="2337097"/>
            <a:ext cx="6362134" cy="4307765"/>
          </a:xfrm>
          <a:prstGeom prst="rect">
            <a:avLst/>
          </a:prstGeom>
        </p:spPr>
      </p:pic>
      <p:sp>
        <p:nvSpPr>
          <p:cNvPr id="13" name="مربع نص 12">
            <a:extLst>
              <a:ext uri="{FF2B5EF4-FFF2-40B4-BE49-F238E27FC236}">
                <a16:creationId xmlns:a16="http://schemas.microsoft.com/office/drawing/2014/main" id="{FACD1ADD-D3BD-4F70-9C9E-C0830CF61CE9}"/>
              </a:ext>
            </a:extLst>
          </p:cNvPr>
          <p:cNvSpPr txBox="1"/>
          <p:nvPr/>
        </p:nvSpPr>
        <p:spPr>
          <a:xfrm>
            <a:off x="3103878" y="417252"/>
            <a:ext cx="6105378" cy="707886"/>
          </a:xfrm>
          <a:prstGeom prst="rect">
            <a:avLst/>
          </a:prstGeom>
          <a:noFill/>
        </p:spPr>
        <p:txBody>
          <a:bodyPr wrap="square">
            <a:spAutoFit/>
          </a:bodyPr>
          <a:lstStyle/>
          <a:p>
            <a:pPr algn="ctr"/>
            <a:r>
              <a:rPr lang="ar-SA" sz="4000" b="1" dirty="0">
                <a:solidFill>
                  <a:srgbClr val="FFDE7C"/>
                </a:solidFill>
                <a:effectLst>
                  <a:outerShdw blurRad="38100" dist="38100" dir="2700000" algn="tl">
                    <a:srgbClr val="000000">
                      <a:alpha val="43137"/>
                    </a:srgbClr>
                  </a:outerShdw>
                </a:effectLst>
                <a:latin typeface="Dubai" panose="020B0503030403030204" pitchFamily="34" charset="-78"/>
                <a:cs typeface="Dubai" panose="020B0503030403030204" pitchFamily="34" charset="-78"/>
              </a:rPr>
              <a:t>انواع الحاسبات :</a:t>
            </a:r>
          </a:p>
        </p:txBody>
      </p:sp>
    </p:spTree>
    <p:extLst>
      <p:ext uri="{BB962C8B-B14F-4D97-AF65-F5344CB8AC3E}">
        <p14:creationId xmlns:p14="http://schemas.microsoft.com/office/powerpoint/2010/main" val="26187673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مربع نص 12">
            <a:extLst>
              <a:ext uri="{FF2B5EF4-FFF2-40B4-BE49-F238E27FC236}">
                <a16:creationId xmlns:a16="http://schemas.microsoft.com/office/drawing/2014/main" id="{FACD1ADD-D3BD-4F70-9C9E-C0830CF61CE9}"/>
              </a:ext>
            </a:extLst>
          </p:cNvPr>
          <p:cNvSpPr txBox="1"/>
          <p:nvPr/>
        </p:nvSpPr>
        <p:spPr>
          <a:xfrm>
            <a:off x="2364450" y="851368"/>
            <a:ext cx="7211644" cy="707886"/>
          </a:xfrm>
          <a:prstGeom prst="rect">
            <a:avLst/>
          </a:prstGeom>
          <a:noFill/>
        </p:spPr>
        <p:txBody>
          <a:bodyPr wrap="square">
            <a:spAutoFit/>
          </a:bodyPr>
          <a:lstStyle/>
          <a:p>
            <a:pPr algn="ctr"/>
            <a:r>
              <a:rPr lang="ar-SA" sz="4000" b="1" dirty="0">
                <a:solidFill>
                  <a:srgbClr val="FFDE7C"/>
                </a:solidFill>
                <a:effectLst>
                  <a:outerShdw blurRad="38100" dist="38100" dir="2700000" algn="tl">
                    <a:srgbClr val="000000">
                      <a:alpha val="43137"/>
                    </a:srgbClr>
                  </a:outerShdw>
                </a:effectLst>
                <a:latin typeface="Dubai" panose="020B0503030403030204" pitchFamily="34" charset="-78"/>
                <a:cs typeface="Dubai" panose="020B0503030403030204" pitchFamily="34" charset="-78"/>
              </a:rPr>
              <a:t>استراتيجية (فكر – ناقش – شارك )</a:t>
            </a:r>
          </a:p>
        </p:txBody>
      </p:sp>
      <p:sp>
        <p:nvSpPr>
          <p:cNvPr id="2" name="مربع نص 1">
            <a:extLst>
              <a:ext uri="{FF2B5EF4-FFF2-40B4-BE49-F238E27FC236}">
                <a16:creationId xmlns:a16="http://schemas.microsoft.com/office/drawing/2014/main" id="{86A755CF-E7EB-4869-AE6C-B5C227E1FC27}"/>
              </a:ext>
            </a:extLst>
          </p:cNvPr>
          <p:cNvSpPr txBox="1"/>
          <p:nvPr/>
        </p:nvSpPr>
        <p:spPr>
          <a:xfrm>
            <a:off x="2236763" y="2082018"/>
            <a:ext cx="7664338" cy="646331"/>
          </a:xfrm>
          <a:prstGeom prst="rect">
            <a:avLst/>
          </a:prstGeom>
          <a:noFill/>
        </p:spPr>
        <p:txBody>
          <a:bodyPr wrap="square" rtlCol="1">
            <a:spAutoFit/>
          </a:bodyPr>
          <a:lstStyle/>
          <a:p>
            <a:pPr algn="ctr"/>
            <a:r>
              <a:rPr lang="ar-SA" sz="3600" b="1" dirty="0">
                <a:solidFill>
                  <a:srgbClr val="535461"/>
                </a:solidFill>
                <a:latin typeface="Dubai" panose="020B0503030403030204" pitchFamily="34" charset="-78"/>
                <a:cs typeface="Dubai" panose="020B0503030403030204" pitchFamily="34" charset="-78"/>
              </a:rPr>
              <a:t>ما لفرق بين الاجهزة والبرامج ؟</a:t>
            </a:r>
          </a:p>
        </p:txBody>
      </p:sp>
      <p:pic>
        <p:nvPicPr>
          <p:cNvPr id="7" name="صورة 6">
            <a:extLst>
              <a:ext uri="{FF2B5EF4-FFF2-40B4-BE49-F238E27FC236}">
                <a16:creationId xmlns:a16="http://schemas.microsoft.com/office/drawing/2014/main" id="{DE431BD6-2763-4970-B841-7DE3082CFD01}"/>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0258" y="1833395"/>
            <a:ext cx="7211644" cy="5077788"/>
          </a:xfrm>
          <a:prstGeom prst="rect">
            <a:avLst/>
          </a:prstGeom>
        </p:spPr>
      </p:pic>
    </p:spTree>
    <p:extLst>
      <p:ext uri="{BB962C8B-B14F-4D97-AF65-F5344CB8AC3E}">
        <p14:creationId xmlns:p14="http://schemas.microsoft.com/office/powerpoint/2010/main" val="23246415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صورة 5">
            <a:extLst>
              <a:ext uri="{FF2B5EF4-FFF2-40B4-BE49-F238E27FC236}">
                <a16:creationId xmlns:a16="http://schemas.microsoft.com/office/drawing/2014/main" id="{2592239C-3904-4AF5-A9C5-96DC4C56039B}"/>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57263" y="2593101"/>
            <a:ext cx="6653263" cy="4505583"/>
          </a:xfrm>
          <a:prstGeom prst="rect">
            <a:avLst/>
          </a:prstGeom>
        </p:spPr>
      </p:pic>
      <p:sp>
        <p:nvSpPr>
          <p:cNvPr id="15" name="مربع نص 14">
            <a:extLst>
              <a:ext uri="{FF2B5EF4-FFF2-40B4-BE49-F238E27FC236}">
                <a16:creationId xmlns:a16="http://schemas.microsoft.com/office/drawing/2014/main" id="{A57EAB1A-F5D5-4E9D-B453-2B1C87C082BC}"/>
              </a:ext>
            </a:extLst>
          </p:cNvPr>
          <p:cNvSpPr txBox="1"/>
          <p:nvPr/>
        </p:nvSpPr>
        <p:spPr>
          <a:xfrm>
            <a:off x="3103878" y="417252"/>
            <a:ext cx="6105378" cy="707886"/>
          </a:xfrm>
          <a:prstGeom prst="rect">
            <a:avLst/>
          </a:prstGeom>
          <a:noFill/>
        </p:spPr>
        <p:txBody>
          <a:bodyPr wrap="square">
            <a:spAutoFit/>
          </a:bodyPr>
          <a:lstStyle/>
          <a:p>
            <a:pPr algn="ctr"/>
            <a:r>
              <a:rPr lang="ar-SA" sz="4000" b="1" dirty="0">
                <a:solidFill>
                  <a:srgbClr val="FFDE7C"/>
                </a:solidFill>
                <a:effectLst>
                  <a:outerShdw blurRad="38100" dist="38100" dir="2700000" algn="tl">
                    <a:srgbClr val="000000">
                      <a:alpha val="43137"/>
                    </a:srgbClr>
                  </a:outerShdw>
                </a:effectLst>
                <a:latin typeface="Dubai" panose="020B0503030403030204" pitchFamily="34" charset="-78"/>
                <a:cs typeface="Dubai" panose="020B0503030403030204" pitchFamily="34" charset="-78"/>
              </a:rPr>
              <a:t>الأجهزة والبرامج :</a:t>
            </a:r>
          </a:p>
        </p:txBody>
      </p:sp>
      <p:pic>
        <p:nvPicPr>
          <p:cNvPr id="9" name="صورة 8">
            <a:extLst>
              <a:ext uri="{FF2B5EF4-FFF2-40B4-BE49-F238E27FC236}">
                <a16:creationId xmlns:a16="http://schemas.microsoft.com/office/drawing/2014/main" id="{23B02A2B-D51D-42A4-8F81-F72AD821850F}"/>
              </a:ext>
            </a:extLst>
          </p:cNvPr>
          <p:cNvPicPr>
            <a:picLocks noChangeAspect="1"/>
          </p:cNvPicPr>
          <p:nvPr/>
        </p:nvPicPr>
        <p:blipFill>
          <a:blip r:embed="rId3"/>
          <a:stretch>
            <a:fillRect/>
          </a:stretch>
        </p:blipFill>
        <p:spPr>
          <a:xfrm>
            <a:off x="1670670" y="1569666"/>
            <a:ext cx="9878905" cy="2827723"/>
          </a:xfrm>
          <a:prstGeom prst="rect">
            <a:avLst/>
          </a:prstGeom>
        </p:spPr>
      </p:pic>
    </p:spTree>
    <p:extLst>
      <p:ext uri="{BB962C8B-B14F-4D97-AF65-F5344CB8AC3E}">
        <p14:creationId xmlns:p14="http://schemas.microsoft.com/office/powerpoint/2010/main" val="40339588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صورة 3">
            <a:extLst>
              <a:ext uri="{FF2B5EF4-FFF2-40B4-BE49-F238E27FC236}">
                <a16:creationId xmlns:a16="http://schemas.microsoft.com/office/drawing/2014/main" id="{1BA34A64-B1F9-4AD9-861A-3FB9D39C0F1A}"/>
              </a:ext>
            </a:extLst>
          </p:cNvPr>
          <p:cNvPicPr>
            <a:picLocks noChangeAspect="1"/>
          </p:cNvPicPr>
          <p:nvPr/>
        </p:nvPicPr>
        <p:blipFill rotWithShape="1">
          <a:blip r:embed="rId2"/>
          <a:srcRect t="24938"/>
          <a:stretch/>
        </p:blipFill>
        <p:spPr>
          <a:xfrm>
            <a:off x="3956448" y="1832815"/>
            <a:ext cx="8039792" cy="1736041"/>
          </a:xfrm>
          <a:prstGeom prst="rect">
            <a:avLst/>
          </a:prstGeom>
        </p:spPr>
      </p:pic>
      <p:pic>
        <p:nvPicPr>
          <p:cNvPr id="6" name="صورة 5">
            <a:extLst>
              <a:ext uri="{FF2B5EF4-FFF2-40B4-BE49-F238E27FC236}">
                <a16:creationId xmlns:a16="http://schemas.microsoft.com/office/drawing/2014/main" id="{733E3C24-0969-464E-9B6A-5DF4BE45C8A6}"/>
              </a:ext>
            </a:extLst>
          </p:cNvPr>
          <p:cNvPicPr>
            <a:picLocks noChangeAspect="1"/>
          </p:cNvPicPr>
          <p:nvPr/>
        </p:nvPicPr>
        <p:blipFill>
          <a:blip r:embed="rId3"/>
          <a:stretch>
            <a:fillRect/>
          </a:stretch>
        </p:blipFill>
        <p:spPr>
          <a:xfrm>
            <a:off x="298537" y="3184363"/>
            <a:ext cx="3917120" cy="3085789"/>
          </a:xfrm>
          <a:prstGeom prst="rect">
            <a:avLst/>
          </a:prstGeom>
        </p:spPr>
      </p:pic>
      <p:sp>
        <p:nvSpPr>
          <p:cNvPr id="11" name="مربع نص 10">
            <a:extLst>
              <a:ext uri="{FF2B5EF4-FFF2-40B4-BE49-F238E27FC236}">
                <a16:creationId xmlns:a16="http://schemas.microsoft.com/office/drawing/2014/main" id="{3F43325A-52B3-409B-B048-7FD0A8C75CAA}"/>
              </a:ext>
            </a:extLst>
          </p:cNvPr>
          <p:cNvSpPr txBox="1"/>
          <p:nvPr/>
        </p:nvSpPr>
        <p:spPr>
          <a:xfrm>
            <a:off x="3103878" y="417252"/>
            <a:ext cx="6105378" cy="707886"/>
          </a:xfrm>
          <a:prstGeom prst="rect">
            <a:avLst/>
          </a:prstGeom>
          <a:noFill/>
        </p:spPr>
        <p:txBody>
          <a:bodyPr wrap="square">
            <a:spAutoFit/>
          </a:bodyPr>
          <a:lstStyle/>
          <a:p>
            <a:pPr algn="ctr"/>
            <a:r>
              <a:rPr lang="ar-SA" sz="4000" b="1" dirty="0">
                <a:solidFill>
                  <a:srgbClr val="FFDE7C"/>
                </a:solidFill>
                <a:effectLst>
                  <a:outerShdw blurRad="38100" dist="38100" dir="2700000" algn="tl">
                    <a:srgbClr val="000000">
                      <a:alpha val="43137"/>
                    </a:srgbClr>
                  </a:outerShdw>
                </a:effectLst>
                <a:latin typeface="Dubai" panose="020B0503030403030204" pitchFamily="34" charset="-78"/>
                <a:cs typeface="Dubai" panose="020B0503030403030204" pitchFamily="34" charset="-78"/>
              </a:rPr>
              <a:t>أجزاء الحاسب الرئيسة :</a:t>
            </a:r>
          </a:p>
        </p:txBody>
      </p:sp>
    </p:spTree>
    <p:extLst>
      <p:ext uri="{BB962C8B-B14F-4D97-AF65-F5344CB8AC3E}">
        <p14:creationId xmlns:p14="http://schemas.microsoft.com/office/powerpoint/2010/main" val="4394112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صورة 5">
            <a:extLst>
              <a:ext uri="{FF2B5EF4-FFF2-40B4-BE49-F238E27FC236}">
                <a16:creationId xmlns:a16="http://schemas.microsoft.com/office/drawing/2014/main" id="{C111E1BE-19B0-4A51-946F-59344ECBCDE0}"/>
              </a:ext>
            </a:extLst>
          </p:cNvPr>
          <p:cNvPicPr>
            <a:picLocks noChangeAspect="1"/>
          </p:cNvPicPr>
          <p:nvPr/>
        </p:nvPicPr>
        <p:blipFill>
          <a:blip r:embed="rId2"/>
          <a:stretch>
            <a:fillRect/>
          </a:stretch>
        </p:blipFill>
        <p:spPr>
          <a:xfrm>
            <a:off x="4709908" y="1480837"/>
            <a:ext cx="7082530" cy="4402174"/>
          </a:xfrm>
          <a:prstGeom prst="rect">
            <a:avLst/>
          </a:prstGeom>
        </p:spPr>
      </p:pic>
      <p:grpSp>
        <p:nvGrpSpPr>
          <p:cNvPr id="13" name="مجموعة 12">
            <a:extLst>
              <a:ext uri="{FF2B5EF4-FFF2-40B4-BE49-F238E27FC236}">
                <a16:creationId xmlns:a16="http://schemas.microsoft.com/office/drawing/2014/main" id="{FB5F75C4-E960-4FE3-8379-C0D2B255FBC3}"/>
              </a:ext>
            </a:extLst>
          </p:cNvPr>
          <p:cNvGrpSpPr/>
          <p:nvPr/>
        </p:nvGrpSpPr>
        <p:grpSpPr>
          <a:xfrm>
            <a:off x="537663" y="1403604"/>
            <a:ext cx="4121834" cy="5454396"/>
            <a:chOff x="1265476" y="1399115"/>
            <a:chExt cx="3503472" cy="4483896"/>
          </a:xfrm>
        </p:grpSpPr>
        <p:pic>
          <p:nvPicPr>
            <p:cNvPr id="9" name="صورة 8">
              <a:extLst>
                <a:ext uri="{FF2B5EF4-FFF2-40B4-BE49-F238E27FC236}">
                  <a16:creationId xmlns:a16="http://schemas.microsoft.com/office/drawing/2014/main" id="{906071A4-095C-426F-ACA9-01EAC48272CD}"/>
                </a:ext>
              </a:extLst>
            </p:cNvPr>
            <p:cNvPicPr>
              <a:picLocks noChangeAspect="1"/>
            </p:cNvPicPr>
            <p:nvPr/>
          </p:nvPicPr>
          <p:blipFill>
            <a:blip r:embed="rId3"/>
            <a:stretch>
              <a:fillRect/>
            </a:stretch>
          </p:blipFill>
          <p:spPr>
            <a:xfrm>
              <a:off x="1265476" y="1399115"/>
              <a:ext cx="3324645" cy="4456877"/>
            </a:xfrm>
            <a:prstGeom prst="rect">
              <a:avLst/>
            </a:prstGeom>
          </p:spPr>
        </p:pic>
        <p:sp>
          <p:nvSpPr>
            <p:cNvPr id="11" name="مستطيل 10">
              <a:extLst>
                <a:ext uri="{FF2B5EF4-FFF2-40B4-BE49-F238E27FC236}">
                  <a16:creationId xmlns:a16="http://schemas.microsoft.com/office/drawing/2014/main" id="{15D18BD6-B5DE-4EA9-98FE-867DB2BF0441}"/>
                </a:ext>
              </a:extLst>
            </p:cNvPr>
            <p:cNvSpPr/>
            <p:nvPr/>
          </p:nvSpPr>
          <p:spPr>
            <a:xfrm>
              <a:off x="4304714" y="3627553"/>
              <a:ext cx="464234" cy="225545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grpSp>
      <p:sp>
        <p:nvSpPr>
          <p:cNvPr id="15" name="مربع نص 14">
            <a:extLst>
              <a:ext uri="{FF2B5EF4-FFF2-40B4-BE49-F238E27FC236}">
                <a16:creationId xmlns:a16="http://schemas.microsoft.com/office/drawing/2014/main" id="{514B54CD-D0BA-4C64-AA04-20BC959C4841}"/>
              </a:ext>
            </a:extLst>
          </p:cNvPr>
          <p:cNvSpPr txBox="1"/>
          <p:nvPr/>
        </p:nvSpPr>
        <p:spPr>
          <a:xfrm>
            <a:off x="3103878" y="417252"/>
            <a:ext cx="6105378" cy="707886"/>
          </a:xfrm>
          <a:prstGeom prst="rect">
            <a:avLst/>
          </a:prstGeom>
          <a:noFill/>
        </p:spPr>
        <p:txBody>
          <a:bodyPr wrap="square">
            <a:spAutoFit/>
          </a:bodyPr>
          <a:lstStyle/>
          <a:p>
            <a:pPr algn="ctr"/>
            <a:r>
              <a:rPr lang="ar-SA" sz="4000" b="1" dirty="0">
                <a:solidFill>
                  <a:srgbClr val="FFDE7C"/>
                </a:solidFill>
                <a:effectLst>
                  <a:outerShdw blurRad="38100" dist="38100" dir="2700000" algn="tl">
                    <a:srgbClr val="000000">
                      <a:alpha val="43137"/>
                    </a:srgbClr>
                  </a:outerShdw>
                </a:effectLst>
                <a:latin typeface="Dubai" panose="020B0503030403030204" pitchFamily="34" charset="-78"/>
                <a:cs typeface="Dubai" panose="020B0503030403030204" pitchFamily="34" charset="-78"/>
              </a:rPr>
              <a:t>أجزاء الحاسب الرئيسة :</a:t>
            </a:r>
          </a:p>
        </p:txBody>
      </p:sp>
      <p:sp>
        <p:nvSpPr>
          <p:cNvPr id="2" name="مستطيل 1">
            <a:extLst>
              <a:ext uri="{FF2B5EF4-FFF2-40B4-BE49-F238E27FC236}">
                <a16:creationId xmlns:a16="http://schemas.microsoft.com/office/drawing/2014/main" id="{7DB0FBD4-2AA3-4DC7-898C-37F0368D6F07}"/>
              </a:ext>
            </a:extLst>
          </p:cNvPr>
          <p:cNvSpPr/>
          <p:nvPr/>
        </p:nvSpPr>
        <p:spPr>
          <a:xfrm>
            <a:off x="1847312" y="1201175"/>
            <a:ext cx="2266014" cy="3412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grpSp>
        <p:nvGrpSpPr>
          <p:cNvPr id="3" name="مجموعة 2">
            <a:extLst>
              <a:ext uri="{FF2B5EF4-FFF2-40B4-BE49-F238E27FC236}">
                <a16:creationId xmlns:a16="http://schemas.microsoft.com/office/drawing/2014/main" id="{AA42850D-C5F4-409A-A7E1-51E71DBE8A2E}"/>
              </a:ext>
            </a:extLst>
          </p:cNvPr>
          <p:cNvGrpSpPr/>
          <p:nvPr/>
        </p:nvGrpSpPr>
        <p:grpSpPr>
          <a:xfrm>
            <a:off x="720124" y="1125138"/>
            <a:ext cx="4121834" cy="5656825"/>
            <a:chOff x="537663" y="1271513"/>
            <a:chExt cx="4121834" cy="5656825"/>
          </a:xfrm>
        </p:grpSpPr>
        <p:grpSp>
          <p:nvGrpSpPr>
            <p:cNvPr id="17" name="مجموعة 16">
              <a:extLst>
                <a:ext uri="{FF2B5EF4-FFF2-40B4-BE49-F238E27FC236}">
                  <a16:creationId xmlns:a16="http://schemas.microsoft.com/office/drawing/2014/main" id="{D961DA55-0317-46E4-A33F-224FF59027D8}"/>
                </a:ext>
              </a:extLst>
            </p:cNvPr>
            <p:cNvGrpSpPr/>
            <p:nvPr/>
          </p:nvGrpSpPr>
          <p:grpSpPr>
            <a:xfrm>
              <a:off x="537663" y="1473942"/>
              <a:ext cx="4121834" cy="5454396"/>
              <a:chOff x="1265476" y="1399115"/>
              <a:chExt cx="3503472" cy="4483896"/>
            </a:xfrm>
          </p:grpSpPr>
          <p:pic>
            <p:nvPicPr>
              <p:cNvPr id="19" name="صورة 18">
                <a:extLst>
                  <a:ext uri="{FF2B5EF4-FFF2-40B4-BE49-F238E27FC236}">
                    <a16:creationId xmlns:a16="http://schemas.microsoft.com/office/drawing/2014/main" id="{9604B220-0FCF-495B-97D5-53E68E6A1A3F}"/>
                  </a:ext>
                </a:extLst>
              </p:cNvPr>
              <p:cNvPicPr>
                <a:picLocks noChangeAspect="1"/>
              </p:cNvPicPr>
              <p:nvPr/>
            </p:nvPicPr>
            <p:blipFill>
              <a:blip r:embed="rId3"/>
              <a:stretch>
                <a:fillRect/>
              </a:stretch>
            </p:blipFill>
            <p:spPr>
              <a:xfrm>
                <a:off x="1265476" y="1399115"/>
                <a:ext cx="3324645" cy="4456877"/>
              </a:xfrm>
              <a:prstGeom prst="rect">
                <a:avLst/>
              </a:prstGeom>
            </p:spPr>
          </p:pic>
          <p:sp>
            <p:nvSpPr>
              <p:cNvPr id="21" name="مستطيل 20">
                <a:extLst>
                  <a:ext uri="{FF2B5EF4-FFF2-40B4-BE49-F238E27FC236}">
                    <a16:creationId xmlns:a16="http://schemas.microsoft.com/office/drawing/2014/main" id="{35E7547A-13B0-4D3B-B3E2-AC572CDFE5E1}"/>
                  </a:ext>
                </a:extLst>
              </p:cNvPr>
              <p:cNvSpPr/>
              <p:nvPr/>
            </p:nvSpPr>
            <p:spPr>
              <a:xfrm>
                <a:off x="4304714" y="3627553"/>
                <a:ext cx="464234" cy="225545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grpSp>
        <p:sp>
          <p:nvSpPr>
            <p:cNvPr id="22" name="مستطيل 21">
              <a:extLst>
                <a:ext uri="{FF2B5EF4-FFF2-40B4-BE49-F238E27FC236}">
                  <a16:creationId xmlns:a16="http://schemas.microsoft.com/office/drawing/2014/main" id="{DD014919-BDB4-447C-8761-F58584DB3632}"/>
                </a:ext>
              </a:extLst>
            </p:cNvPr>
            <p:cNvSpPr/>
            <p:nvPr/>
          </p:nvSpPr>
          <p:spPr>
            <a:xfrm>
              <a:off x="1847312" y="1271513"/>
              <a:ext cx="2266014" cy="34121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grpSp>
    </p:spTree>
    <p:extLst>
      <p:ext uri="{BB962C8B-B14F-4D97-AF65-F5344CB8AC3E}">
        <p14:creationId xmlns:p14="http://schemas.microsoft.com/office/powerpoint/2010/main" val="17708772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مربع نص 12">
            <a:extLst>
              <a:ext uri="{FF2B5EF4-FFF2-40B4-BE49-F238E27FC236}">
                <a16:creationId xmlns:a16="http://schemas.microsoft.com/office/drawing/2014/main" id="{66B43265-1FE3-4B36-AE5B-4588BDA78839}"/>
              </a:ext>
            </a:extLst>
          </p:cNvPr>
          <p:cNvSpPr txBox="1"/>
          <p:nvPr/>
        </p:nvSpPr>
        <p:spPr>
          <a:xfrm>
            <a:off x="3103878" y="417252"/>
            <a:ext cx="6105378" cy="707886"/>
          </a:xfrm>
          <a:prstGeom prst="rect">
            <a:avLst/>
          </a:prstGeom>
          <a:noFill/>
        </p:spPr>
        <p:txBody>
          <a:bodyPr wrap="square">
            <a:spAutoFit/>
          </a:bodyPr>
          <a:lstStyle/>
          <a:p>
            <a:pPr algn="ctr"/>
            <a:r>
              <a:rPr lang="ar-SA" sz="4000" b="1" dirty="0">
                <a:solidFill>
                  <a:srgbClr val="FFDE7C"/>
                </a:solidFill>
                <a:effectLst>
                  <a:outerShdw blurRad="38100" dist="38100" dir="2700000" algn="tl">
                    <a:srgbClr val="000000">
                      <a:alpha val="43137"/>
                    </a:srgbClr>
                  </a:outerShdw>
                </a:effectLst>
                <a:latin typeface="Dubai" panose="020B0503030403030204" pitchFamily="34" charset="-78"/>
                <a:cs typeface="Dubai" panose="020B0503030403030204" pitchFamily="34" charset="-78"/>
              </a:rPr>
              <a:t>أجزاء الحاسب الرئيسة :</a:t>
            </a:r>
          </a:p>
        </p:txBody>
      </p:sp>
      <p:grpSp>
        <p:nvGrpSpPr>
          <p:cNvPr id="21" name="مجموعة 20">
            <a:extLst>
              <a:ext uri="{FF2B5EF4-FFF2-40B4-BE49-F238E27FC236}">
                <a16:creationId xmlns:a16="http://schemas.microsoft.com/office/drawing/2014/main" id="{5170C1A9-7933-477E-AE30-8183C7CA2872}"/>
              </a:ext>
            </a:extLst>
          </p:cNvPr>
          <p:cNvGrpSpPr/>
          <p:nvPr/>
        </p:nvGrpSpPr>
        <p:grpSpPr>
          <a:xfrm>
            <a:off x="1555574" y="1093605"/>
            <a:ext cx="9470857" cy="5753884"/>
            <a:chOff x="0" y="942536"/>
            <a:chExt cx="10058400" cy="5958080"/>
          </a:xfrm>
        </p:grpSpPr>
        <p:pic>
          <p:nvPicPr>
            <p:cNvPr id="17" name="صورة 16">
              <a:extLst>
                <a:ext uri="{FF2B5EF4-FFF2-40B4-BE49-F238E27FC236}">
                  <a16:creationId xmlns:a16="http://schemas.microsoft.com/office/drawing/2014/main" id="{C4B6801A-3505-4EEA-9432-4C7987CA468E}"/>
                </a:ext>
              </a:extLst>
            </p:cNvPr>
            <p:cNvPicPr>
              <a:picLocks noChangeAspect="1"/>
            </p:cNvPicPr>
            <p:nvPr/>
          </p:nvPicPr>
          <p:blipFill>
            <a:blip r:embed="rId2"/>
            <a:stretch>
              <a:fillRect/>
            </a:stretch>
          </p:blipFill>
          <p:spPr>
            <a:xfrm>
              <a:off x="0" y="1041080"/>
              <a:ext cx="10058400" cy="5859536"/>
            </a:xfrm>
            <a:prstGeom prst="rect">
              <a:avLst/>
            </a:prstGeom>
          </p:spPr>
        </p:pic>
        <p:sp>
          <p:nvSpPr>
            <p:cNvPr id="19" name="مستطيل 18">
              <a:extLst>
                <a:ext uri="{FF2B5EF4-FFF2-40B4-BE49-F238E27FC236}">
                  <a16:creationId xmlns:a16="http://schemas.microsoft.com/office/drawing/2014/main" id="{2B663D95-FA5A-48DC-962A-2C88C53E3184}"/>
                </a:ext>
              </a:extLst>
            </p:cNvPr>
            <p:cNvSpPr/>
            <p:nvPr/>
          </p:nvSpPr>
          <p:spPr>
            <a:xfrm>
              <a:off x="379828" y="942536"/>
              <a:ext cx="3334043" cy="667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grpSp>
    </p:spTree>
    <p:extLst>
      <p:ext uri="{BB962C8B-B14F-4D97-AF65-F5344CB8AC3E}">
        <p14:creationId xmlns:p14="http://schemas.microsoft.com/office/powerpoint/2010/main" val="24071572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صورة 2">
            <a:extLst>
              <a:ext uri="{FF2B5EF4-FFF2-40B4-BE49-F238E27FC236}">
                <a16:creationId xmlns:a16="http://schemas.microsoft.com/office/drawing/2014/main" id="{FA04B82D-CC70-4EEE-8065-7E7BF644F98E}"/>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318633" y="1161743"/>
            <a:ext cx="8404966" cy="3344978"/>
          </a:xfrm>
          <a:prstGeom prst="rect">
            <a:avLst/>
          </a:prstGeom>
        </p:spPr>
      </p:pic>
      <p:pic>
        <p:nvPicPr>
          <p:cNvPr id="11" name="صورة 10">
            <a:extLst>
              <a:ext uri="{FF2B5EF4-FFF2-40B4-BE49-F238E27FC236}">
                <a16:creationId xmlns:a16="http://schemas.microsoft.com/office/drawing/2014/main" id="{7E8E5D59-2DF7-4C08-8057-2FF33F9754F6}"/>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5533547" y="2935456"/>
            <a:ext cx="6774001" cy="3263837"/>
          </a:xfrm>
          <a:prstGeom prst="rect">
            <a:avLst/>
          </a:prstGeom>
        </p:spPr>
      </p:pic>
      <p:sp>
        <p:nvSpPr>
          <p:cNvPr id="13" name="مربع نص 12">
            <a:extLst>
              <a:ext uri="{FF2B5EF4-FFF2-40B4-BE49-F238E27FC236}">
                <a16:creationId xmlns:a16="http://schemas.microsoft.com/office/drawing/2014/main" id="{01603CEF-884B-4C09-8F48-097D3821B117}"/>
              </a:ext>
            </a:extLst>
          </p:cNvPr>
          <p:cNvSpPr txBox="1"/>
          <p:nvPr/>
        </p:nvSpPr>
        <p:spPr>
          <a:xfrm>
            <a:off x="3103878" y="417252"/>
            <a:ext cx="6105378" cy="707886"/>
          </a:xfrm>
          <a:prstGeom prst="rect">
            <a:avLst/>
          </a:prstGeom>
          <a:noFill/>
        </p:spPr>
        <p:txBody>
          <a:bodyPr wrap="square">
            <a:spAutoFit/>
          </a:bodyPr>
          <a:lstStyle/>
          <a:p>
            <a:pPr algn="ctr"/>
            <a:r>
              <a:rPr lang="ar-SA" sz="4000" b="1" dirty="0">
                <a:solidFill>
                  <a:srgbClr val="FFDE7C"/>
                </a:solidFill>
                <a:effectLst>
                  <a:outerShdw blurRad="38100" dist="38100" dir="2700000" algn="tl">
                    <a:srgbClr val="000000">
                      <a:alpha val="43137"/>
                    </a:srgbClr>
                  </a:outerShdw>
                </a:effectLst>
                <a:latin typeface="Dubai" panose="020B0503030403030204" pitchFamily="34" charset="-78"/>
                <a:cs typeface="Dubai" panose="020B0503030403030204" pitchFamily="34" charset="-78"/>
              </a:rPr>
              <a:t>أجزاء الحاسب الرئيسة :</a:t>
            </a:r>
          </a:p>
        </p:txBody>
      </p:sp>
    </p:spTree>
    <p:extLst>
      <p:ext uri="{BB962C8B-B14F-4D97-AF65-F5344CB8AC3E}">
        <p14:creationId xmlns:p14="http://schemas.microsoft.com/office/powerpoint/2010/main" val="24402031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صورة 2">
            <a:extLst>
              <a:ext uri="{FF2B5EF4-FFF2-40B4-BE49-F238E27FC236}">
                <a16:creationId xmlns:a16="http://schemas.microsoft.com/office/drawing/2014/main" id="{8E3D3579-170B-40B6-B092-8FE2B9437DE4}"/>
              </a:ext>
            </a:extLst>
          </p:cNvPr>
          <p:cNvPicPr>
            <a:picLocks noChangeAspect="1"/>
          </p:cNvPicPr>
          <p:nvPr/>
        </p:nvPicPr>
        <p:blipFill rotWithShape="1">
          <a:blip r:embed="rId2"/>
          <a:srcRect t="14223"/>
          <a:stretch/>
        </p:blipFill>
        <p:spPr>
          <a:xfrm>
            <a:off x="1646933" y="1689016"/>
            <a:ext cx="10295235" cy="2104607"/>
          </a:xfrm>
          <a:prstGeom prst="rect">
            <a:avLst/>
          </a:prstGeom>
        </p:spPr>
      </p:pic>
      <p:pic>
        <p:nvPicPr>
          <p:cNvPr id="5" name="صورة 4">
            <a:extLst>
              <a:ext uri="{FF2B5EF4-FFF2-40B4-BE49-F238E27FC236}">
                <a16:creationId xmlns:a16="http://schemas.microsoft.com/office/drawing/2014/main" id="{D87391C4-67B3-49C9-8AF6-5889242D6B08}"/>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4928326" y="3824256"/>
            <a:ext cx="7013842" cy="2741317"/>
          </a:xfrm>
          <a:prstGeom prst="rect">
            <a:avLst/>
          </a:prstGeom>
        </p:spPr>
      </p:pic>
      <p:pic>
        <p:nvPicPr>
          <p:cNvPr id="11" name="صورة 10">
            <a:extLst>
              <a:ext uri="{FF2B5EF4-FFF2-40B4-BE49-F238E27FC236}">
                <a16:creationId xmlns:a16="http://schemas.microsoft.com/office/drawing/2014/main" id="{30DA866C-C3DE-4E71-BD3B-DD8EF8CB9269}"/>
              </a:ext>
            </a:extLst>
          </p:cNvPr>
          <p:cNvPicPr>
            <a:picLocks noChangeAspect="1"/>
          </p:cNvPicPr>
          <p:nvPr/>
        </p:nvPicPr>
        <p:blipFill>
          <a:blip r:embed="rId4"/>
          <a:stretch>
            <a:fillRect/>
          </a:stretch>
        </p:blipFill>
        <p:spPr>
          <a:xfrm>
            <a:off x="2356470" y="5297748"/>
            <a:ext cx="2000250" cy="1143000"/>
          </a:xfrm>
          <a:prstGeom prst="rect">
            <a:avLst/>
          </a:prstGeom>
        </p:spPr>
      </p:pic>
      <p:grpSp>
        <p:nvGrpSpPr>
          <p:cNvPr id="15" name="مجموعة 14">
            <a:extLst>
              <a:ext uri="{FF2B5EF4-FFF2-40B4-BE49-F238E27FC236}">
                <a16:creationId xmlns:a16="http://schemas.microsoft.com/office/drawing/2014/main" id="{2DC9B6FE-15B1-4FBB-A04A-06AFF1A95CF2}"/>
              </a:ext>
            </a:extLst>
          </p:cNvPr>
          <p:cNvGrpSpPr/>
          <p:nvPr/>
        </p:nvGrpSpPr>
        <p:grpSpPr>
          <a:xfrm>
            <a:off x="1670670" y="4152957"/>
            <a:ext cx="3403286" cy="962025"/>
            <a:chOff x="1646933" y="4522603"/>
            <a:chExt cx="3403286" cy="962025"/>
          </a:xfrm>
          <a:solidFill>
            <a:schemeClr val="bg1"/>
          </a:solidFill>
        </p:grpSpPr>
        <p:pic>
          <p:nvPicPr>
            <p:cNvPr id="7" name="صورة 6">
              <a:extLst>
                <a:ext uri="{FF2B5EF4-FFF2-40B4-BE49-F238E27FC236}">
                  <a16:creationId xmlns:a16="http://schemas.microsoft.com/office/drawing/2014/main" id="{77310698-4AFE-40ED-976C-B8470192A800}"/>
                </a:ext>
              </a:extLst>
            </p:cNvPr>
            <p:cNvPicPr>
              <a:picLocks noChangeAspect="1"/>
            </p:cNvPicPr>
            <p:nvPr/>
          </p:nvPicPr>
          <p:blipFill>
            <a:blip r:embed="rId5"/>
            <a:stretch>
              <a:fillRect/>
            </a:stretch>
          </p:blipFill>
          <p:spPr>
            <a:xfrm>
              <a:off x="1646933" y="4522603"/>
              <a:ext cx="2686050" cy="962025"/>
            </a:xfrm>
            <a:prstGeom prst="rect">
              <a:avLst/>
            </a:prstGeom>
            <a:grpFill/>
            <a:ln>
              <a:noFill/>
            </a:ln>
          </p:spPr>
        </p:pic>
        <p:sp>
          <p:nvSpPr>
            <p:cNvPr id="13" name="مستطيل 12">
              <a:extLst>
                <a:ext uri="{FF2B5EF4-FFF2-40B4-BE49-F238E27FC236}">
                  <a16:creationId xmlns:a16="http://schemas.microsoft.com/office/drawing/2014/main" id="{CD269ECB-E7D0-40A6-97E0-6FC606C2BB0C}"/>
                </a:ext>
              </a:extLst>
            </p:cNvPr>
            <p:cNvSpPr/>
            <p:nvPr/>
          </p:nvSpPr>
          <p:spPr>
            <a:xfrm>
              <a:off x="4806434" y="4975476"/>
              <a:ext cx="243785" cy="21943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grpSp>
      <p:sp>
        <p:nvSpPr>
          <p:cNvPr id="19" name="مربع نص 18">
            <a:extLst>
              <a:ext uri="{FF2B5EF4-FFF2-40B4-BE49-F238E27FC236}">
                <a16:creationId xmlns:a16="http://schemas.microsoft.com/office/drawing/2014/main" id="{5AEE715B-69F4-4B2C-9E95-75714F59334D}"/>
              </a:ext>
            </a:extLst>
          </p:cNvPr>
          <p:cNvSpPr txBox="1"/>
          <p:nvPr/>
        </p:nvSpPr>
        <p:spPr>
          <a:xfrm>
            <a:off x="3103878" y="417252"/>
            <a:ext cx="6105378" cy="707886"/>
          </a:xfrm>
          <a:prstGeom prst="rect">
            <a:avLst/>
          </a:prstGeom>
          <a:noFill/>
        </p:spPr>
        <p:txBody>
          <a:bodyPr wrap="square">
            <a:spAutoFit/>
          </a:bodyPr>
          <a:lstStyle/>
          <a:p>
            <a:pPr algn="ctr"/>
            <a:r>
              <a:rPr lang="ar-SA" sz="4000" b="1" dirty="0">
                <a:solidFill>
                  <a:srgbClr val="FFDE7C"/>
                </a:solidFill>
                <a:effectLst>
                  <a:outerShdw blurRad="38100" dist="38100" dir="2700000" algn="tl">
                    <a:srgbClr val="000000">
                      <a:alpha val="43137"/>
                    </a:srgbClr>
                  </a:outerShdw>
                </a:effectLst>
                <a:latin typeface="Dubai" panose="020B0503030403030204" pitchFamily="34" charset="-78"/>
                <a:cs typeface="Dubai" panose="020B0503030403030204" pitchFamily="34" charset="-78"/>
              </a:rPr>
              <a:t>الأجزاء الملحقة بالحاسب :</a:t>
            </a:r>
          </a:p>
        </p:txBody>
      </p:sp>
    </p:spTree>
    <p:extLst>
      <p:ext uri="{BB962C8B-B14F-4D97-AF65-F5344CB8AC3E}">
        <p14:creationId xmlns:p14="http://schemas.microsoft.com/office/powerpoint/2010/main" val="4829890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صورة 2">
            <a:extLst>
              <a:ext uri="{FF2B5EF4-FFF2-40B4-BE49-F238E27FC236}">
                <a16:creationId xmlns:a16="http://schemas.microsoft.com/office/drawing/2014/main" id="{0BC97C28-A8B1-43CB-8DC7-2D1573A4236D}"/>
              </a:ext>
            </a:extLst>
          </p:cNvPr>
          <p:cNvPicPr>
            <a:picLocks noChangeAspect="1"/>
          </p:cNvPicPr>
          <p:nvPr/>
        </p:nvPicPr>
        <p:blipFill>
          <a:blip r:embed="rId2"/>
          <a:stretch>
            <a:fillRect/>
          </a:stretch>
        </p:blipFill>
        <p:spPr>
          <a:xfrm>
            <a:off x="5665349" y="1576913"/>
            <a:ext cx="6116501" cy="1480837"/>
          </a:xfrm>
          <a:prstGeom prst="rect">
            <a:avLst/>
          </a:prstGeom>
        </p:spPr>
      </p:pic>
      <p:pic>
        <p:nvPicPr>
          <p:cNvPr id="5" name="صورة 4">
            <a:extLst>
              <a:ext uri="{FF2B5EF4-FFF2-40B4-BE49-F238E27FC236}">
                <a16:creationId xmlns:a16="http://schemas.microsoft.com/office/drawing/2014/main" id="{D2CCDE65-A086-46B9-A804-11EF549EA974}"/>
              </a:ext>
            </a:extLst>
          </p:cNvPr>
          <p:cNvPicPr>
            <a:picLocks noChangeAspect="1"/>
          </p:cNvPicPr>
          <p:nvPr/>
        </p:nvPicPr>
        <p:blipFill>
          <a:blip r:embed="rId3"/>
          <a:stretch>
            <a:fillRect/>
          </a:stretch>
        </p:blipFill>
        <p:spPr>
          <a:xfrm>
            <a:off x="7114575" y="3186878"/>
            <a:ext cx="4667275" cy="1226746"/>
          </a:xfrm>
          <a:prstGeom prst="rect">
            <a:avLst/>
          </a:prstGeom>
        </p:spPr>
      </p:pic>
      <p:pic>
        <p:nvPicPr>
          <p:cNvPr id="7" name="صورة 6">
            <a:extLst>
              <a:ext uri="{FF2B5EF4-FFF2-40B4-BE49-F238E27FC236}">
                <a16:creationId xmlns:a16="http://schemas.microsoft.com/office/drawing/2014/main" id="{E29DF889-BF6B-4499-B314-9BA0AFCC7FBF}"/>
              </a:ext>
            </a:extLst>
          </p:cNvPr>
          <p:cNvPicPr>
            <a:picLocks noChangeAspect="1"/>
          </p:cNvPicPr>
          <p:nvPr/>
        </p:nvPicPr>
        <p:blipFill>
          <a:blip r:embed="rId4"/>
          <a:stretch>
            <a:fillRect/>
          </a:stretch>
        </p:blipFill>
        <p:spPr>
          <a:xfrm>
            <a:off x="8384767" y="4572609"/>
            <a:ext cx="3362867" cy="1566637"/>
          </a:xfrm>
          <a:prstGeom prst="rect">
            <a:avLst/>
          </a:prstGeom>
        </p:spPr>
      </p:pic>
      <p:pic>
        <p:nvPicPr>
          <p:cNvPr id="11" name="صورة 10">
            <a:extLst>
              <a:ext uri="{FF2B5EF4-FFF2-40B4-BE49-F238E27FC236}">
                <a16:creationId xmlns:a16="http://schemas.microsoft.com/office/drawing/2014/main" id="{4050E27C-74C1-46DB-91B2-893387DFBED6}"/>
              </a:ext>
            </a:extLst>
          </p:cNvPr>
          <p:cNvPicPr>
            <a:picLocks noChangeAspect="1"/>
          </p:cNvPicPr>
          <p:nvPr/>
        </p:nvPicPr>
        <p:blipFill>
          <a:blip r:embed="rId5"/>
          <a:stretch>
            <a:fillRect/>
          </a:stretch>
        </p:blipFill>
        <p:spPr>
          <a:xfrm>
            <a:off x="3417449" y="1486471"/>
            <a:ext cx="2247900" cy="1295400"/>
          </a:xfrm>
          <a:prstGeom prst="rect">
            <a:avLst/>
          </a:prstGeom>
        </p:spPr>
      </p:pic>
      <p:pic>
        <p:nvPicPr>
          <p:cNvPr id="15" name="صورة 14">
            <a:extLst>
              <a:ext uri="{FF2B5EF4-FFF2-40B4-BE49-F238E27FC236}">
                <a16:creationId xmlns:a16="http://schemas.microsoft.com/office/drawing/2014/main" id="{29748FA0-3ADD-4B7E-91AA-5639232D7AA0}"/>
              </a:ext>
            </a:extLst>
          </p:cNvPr>
          <p:cNvPicPr>
            <a:picLocks noChangeAspect="1"/>
          </p:cNvPicPr>
          <p:nvPr/>
        </p:nvPicPr>
        <p:blipFill>
          <a:blip r:embed="rId6"/>
          <a:stretch>
            <a:fillRect/>
          </a:stretch>
        </p:blipFill>
        <p:spPr>
          <a:xfrm>
            <a:off x="5666775" y="2855274"/>
            <a:ext cx="1447800" cy="1371600"/>
          </a:xfrm>
          <a:prstGeom prst="rect">
            <a:avLst/>
          </a:prstGeom>
        </p:spPr>
      </p:pic>
      <p:pic>
        <p:nvPicPr>
          <p:cNvPr id="19" name="صورة 18">
            <a:extLst>
              <a:ext uri="{FF2B5EF4-FFF2-40B4-BE49-F238E27FC236}">
                <a16:creationId xmlns:a16="http://schemas.microsoft.com/office/drawing/2014/main" id="{DC02418D-3554-499A-9680-0552D8ABB148}"/>
              </a:ext>
            </a:extLst>
          </p:cNvPr>
          <p:cNvPicPr>
            <a:picLocks noChangeAspect="1"/>
          </p:cNvPicPr>
          <p:nvPr/>
        </p:nvPicPr>
        <p:blipFill>
          <a:blip r:embed="rId7"/>
          <a:stretch>
            <a:fillRect/>
          </a:stretch>
        </p:blipFill>
        <p:spPr>
          <a:xfrm>
            <a:off x="5502001" y="4465114"/>
            <a:ext cx="2438400" cy="1638300"/>
          </a:xfrm>
          <a:prstGeom prst="rect">
            <a:avLst/>
          </a:prstGeom>
        </p:spPr>
      </p:pic>
      <p:sp>
        <p:nvSpPr>
          <p:cNvPr id="23" name="مربع نص 22">
            <a:extLst>
              <a:ext uri="{FF2B5EF4-FFF2-40B4-BE49-F238E27FC236}">
                <a16:creationId xmlns:a16="http://schemas.microsoft.com/office/drawing/2014/main" id="{07B083D4-14E7-4777-8ECD-2EE1B2646C6B}"/>
              </a:ext>
            </a:extLst>
          </p:cNvPr>
          <p:cNvSpPr txBox="1"/>
          <p:nvPr/>
        </p:nvSpPr>
        <p:spPr>
          <a:xfrm>
            <a:off x="3103878" y="417252"/>
            <a:ext cx="6105378" cy="707886"/>
          </a:xfrm>
          <a:prstGeom prst="rect">
            <a:avLst/>
          </a:prstGeom>
          <a:noFill/>
        </p:spPr>
        <p:txBody>
          <a:bodyPr wrap="square">
            <a:spAutoFit/>
          </a:bodyPr>
          <a:lstStyle/>
          <a:p>
            <a:pPr algn="ctr"/>
            <a:r>
              <a:rPr lang="ar-SA" sz="4000" b="1" dirty="0">
                <a:solidFill>
                  <a:srgbClr val="FFDE7C"/>
                </a:solidFill>
                <a:effectLst>
                  <a:outerShdw blurRad="38100" dist="38100" dir="2700000" algn="tl">
                    <a:srgbClr val="000000">
                      <a:alpha val="43137"/>
                    </a:srgbClr>
                  </a:outerShdw>
                </a:effectLst>
                <a:latin typeface="Dubai" panose="020B0503030403030204" pitchFamily="34" charset="-78"/>
                <a:cs typeface="Dubai" panose="020B0503030403030204" pitchFamily="34" charset="-78"/>
              </a:rPr>
              <a:t>الأجزاء الملحقة بالحاسب :</a:t>
            </a:r>
          </a:p>
        </p:txBody>
      </p:sp>
    </p:spTree>
    <p:extLst>
      <p:ext uri="{BB962C8B-B14F-4D97-AF65-F5344CB8AC3E}">
        <p14:creationId xmlns:p14="http://schemas.microsoft.com/office/powerpoint/2010/main" val="25019127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صورة 2">
            <a:extLst>
              <a:ext uri="{FF2B5EF4-FFF2-40B4-BE49-F238E27FC236}">
                <a16:creationId xmlns:a16="http://schemas.microsoft.com/office/drawing/2014/main" id="{2FD16772-178B-4DF7-B8C4-AC40F3110A43}"/>
              </a:ext>
            </a:extLst>
          </p:cNvPr>
          <p:cNvPicPr>
            <a:picLocks noChangeAspect="1"/>
          </p:cNvPicPr>
          <p:nvPr/>
        </p:nvPicPr>
        <p:blipFill>
          <a:blip r:embed="rId2"/>
          <a:stretch>
            <a:fillRect/>
          </a:stretch>
        </p:blipFill>
        <p:spPr>
          <a:xfrm>
            <a:off x="8723600" y="1732778"/>
            <a:ext cx="3164498" cy="2649945"/>
          </a:xfrm>
          <a:prstGeom prst="rect">
            <a:avLst/>
          </a:prstGeom>
        </p:spPr>
      </p:pic>
      <p:pic>
        <p:nvPicPr>
          <p:cNvPr id="5" name="صورة 4">
            <a:extLst>
              <a:ext uri="{FF2B5EF4-FFF2-40B4-BE49-F238E27FC236}">
                <a16:creationId xmlns:a16="http://schemas.microsoft.com/office/drawing/2014/main" id="{840D6664-39F1-44CA-8155-F7CED2F5E607}"/>
              </a:ext>
            </a:extLst>
          </p:cNvPr>
          <p:cNvPicPr>
            <a:picLocks noChangeAspect="1"/>
          </p:cNvPicPr>
          <p:nvPr/>
        </p:nvPicPr>
        <p:blipFill>
          <a:blip r:embed="rId3"/>
          <a:stretch>
            <a:fillRect/>
          </a:stretch>
        </p:blipFill>
        <p:spPr>
          <a:xfrm>
            <a:off x="8980252" y="4382723"/>
            <a:ext cx="2907846" cy="1843162"/>
          </a:xfrm>
          <a:prstGeom prst="rect">
            <a:avLst/>
          </a:prstGeom>
        </p:spPr>
      </p:pic>
      <p:pic>
        <p:nvPicPr>
          <p:cNvPr id="7" name="صورة 6">
            <a:extLst>
              <a:ext uri="{FF2B5EF4-FFF2-40B4-BE49-F238E27FC236}">
                <a16:creationId xmlns:a16="http://schemas.microsoft.com/office/drawing/2014/main" id="{67E6D6C3-1094-4A14-87BB-D5C9429DE2E4}"/>
              </a:ext>
            </a:extLst>
          </p:cNvPr>
          <p:cNvPicPr>
            <a:picLocks noChangeAspect="1"/>
          </p:cNvPicPr>
          <p:nvPr/>
        </p:nvPicPr>
        <p:blipFill>
          <a:blip r:embed="rId4"/>
          <a:stretch>
            <a:fillRect/>
          </a:stretch>
        </p:blipFill>
        <p:spPr>
          <a:xfrm>
            <a:off x="4908962" y="1732778"/>
            <a:ext cx="3510021" cy="3694113"/>
          </a:xfrm>
          <a:prstGeom prst="rect">
            <a:avLst/>
          </a:prstGeom>
        </p:spPr>
      </p:pic>
      <p:pic>
        <p:nvPicPr>
          <p:cNvPr id="11" name="صورة 10">
            <a:extLst>
              <a:ext uri="{FF2B5EF4-FFF2-40B4-BE49-F238E27FC236}">
                <a16:creationId xmlns:a16="http://schemas.microsoft.com/office/drawing/2014/main" id="{1A7ADED9-0038-4905-88AC-837941AD103F}"/>
              </a:ext>
            </a:extLst>
          </p:cNvPr>
          <p:cNvPicPr>
            <a:picLocks noChangeAspect="1"/>
          </p:cNvPicPr>
          <p:nvPr/>
        </p:nvPicPr>
        <p:blipFill>
          <a:blip r:embed="rId5"/>
          <a:stretch>
            <a:fillRect/>
          </a:stretch>
        </p:blipFill>
        <p:spPr>
          <a:xfrm>
            <a:off x="791291" y="1732778"/>
            <a:ext cx="3813054" cy="2998879"/>
          </a:xfrm>
          <a:prstGeom prst="rect">
            <a:avLst/>
          </a:prstGeom>
        </p:spPr>
      </p:pic>
      <p:sp>
        <p:nvSpPr>
          <p:cNvPr id="17" name="مربع نص 16">
            <a:extLst>
              <a:ext uri="{FF2B5EF4-FFF2-40B4-BE49-F238E27FC236}">
                <a16:creationId xmlns:a16="http://schemas.microsoft.com/office/drawing/2014/main" id="{E54B2A7A-2600-4E38-A20A-CB30D00FCDD5}"/>
              </a:ext>
            </a:extLst>
          </p:cNvPr>
          <p:cNvSpPr txBox="1"/>
          <p:nvPr/>
        </p:nvSpPr>
        <p:spPr>
          <a:xfrm>
            <a:off x="3103878" y="417252"/>
            <a:ext cx="6105378" cy="707886"/>
          </a:xfrm>
          <a:prstGeom prst="rect">
            <a:avLst/>
          </a:prstGeom>
          <a:noFill/>
        </p:spPr>
        <p:txBody>
          <a:bodyPr wrap="square">
            <a:spAutoFit/>
          </a:bodyPr>
          <a:lstStyle/>
          <a:p>
            <a:pPr algn="ctr"/>
            <a:r>
              <a:rPr lang="ar-SA" sz="4000" b="1" dirty="0">
                <a:solidFill>
                  <a:srgbClr val="FFDE7C"/>
                </a:solidFill>
                <a:effectLst>
                  <a:outerShdw blurRad="38100" dist="38100" dir="2700000" algn="tl">
                    <a:srgbClr val="000000">
                      <a:alpha val="43137"/>
                    </a:srgbClr>
                  </a:outerShdw>
                </a:effectLst>
                <a:latin typeface="Dubai" panose="020B0503030403030204" pitchFamily="34" charset="-78"/>
                <a:cs typeface="Dubai" panose="020B0503030403030204" pitchFamily="34" charset="-78"/>
              </a:rPr>
              <a:t>الأجزاء الملحقة بالحاسب :</a:t>
            </a:r>
          </a:p>
        </p:txBody>
      </p:sp>
    </p:spTree>
    <p:extLst>
      <p:ext uri="{BB962C8B-B14F-4D97-AF65-F5344CB8AC3E}">
        <p14:creationId xmlns:p14="http://schemas.microsoft.com/office/powerpoint/2010/main" val="12793132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صورة 2">
            <a:extLst>
              <a:ext uri="{FF2B5EF4-FFF2-40B4-BE49-F238E27FC236}">
                <a16:creationId xmlns:a16="http://schemas.microsoft.com/office/drawing/2014/main" id="{BFBDE864-B181-4C3E-83A5-FC6085125D0B}"/>
              </a:ext>
            </a:extLst>
          </p:cNvPr>
          <p:cNvPicPr>
            <a:picLocks noChangeAspect="1"/>
          </p:cNvPicPr>
          <p:nvPr/>
        </p:nvPicPr>
        <p:blipFill>
          <a:blip r:embed="rId2"/>
          <a:stretch>
            <a:fillRect/>
          </a:stretch>
        </p:blipFill>
        <p:spPr>
          <a:xfrm>
            <a:off x="7604080" y="1567832"/>
            <a:ext cx="4447443" cy="3828544"/>
          </a:xfrm>
          <a:prstGeom prst="rect">
            <a:avLst/>
          </a:prstGeom>
        </p:spPr>
      </p:pic>
      <p:pic>
        <p:nvPicPr>
          <p:cNvPr id="5" name="صورة 4">
            <a:extLst>
              <a:ext uri="{FF2B5EF4-FFF2-40B4-BE49-F238E27FC236}">
                <a16:creationId xmlns:a16="http://schemas.microsoft.com/office/drawing/2014/main" id="{B1FBF9C8-FB8F-4F75-9B1A-86EF1426E150}"/>
              </a:ext>
            </a:extLst>
          </p:cNvPr>
          <p:cNvPicPr>
            <a:picLocks noChangeAspect="1"/>
          </p:cNvPicPr>
          <p:nvPr/>
        </p:nvPicPr>
        <p:blipFill>
          <a:blip r:embed="rId3"/>
          <a:stretch>
            <a:fillRect/>
          </a:stretch>
        </p:blipFill>
        <p:spPr>
          <a:xfrm>
            <a:off x="323557" y="1717348"/>
            <a:ext cx="7687974" cy="1604846"/>
          </a:xfrm>
          <a:prstGeom prst="rect">
            <a:avLst/>
          </a:prstGeom>
        </p:spPr>
      </p:pic>
      <p:pic>
        <p:nvPicPr>
          <p:cNvPr id="7" name="صورة 6">
            <a:extLst>
              <a:ext uri="{FF2B5EF4-FFF2-40B4-BE49-F238E27FC236}">
                <a16:creationId xmlns:a16="http://schemas.microsoft.com/office/drawing/2014/main" id="{3EF6FC6F-986D-418B-AA5B-15702F0FF8C8}"/>
              </a:ext>
            </a:extLst>
          </p:cNvPr>
          <p:cNvPicPr>
            <a:picLocks noChangeAspect="1"/>
          </p:cNvPicPr>
          <p:nvPr/>
        </p:nvPicPr>
        <p:blipFill>
          <a:blip r:embed="rId4"/>
          <a:stretch>
            <a:fillRect/>
          </a:stretch>
        </p:blipFill>
        <p:spPr>
          <a:xfrm>
            <a:off x="2858918" y="3360880"/>
            <a:ext cx="2931687" cy="1604846"/>
          </a:xfrm>
          <a:prstGeom prst="rect">
            <a:avLst/>
          </a:prstGeom>
        </p:spPr>
      </p:pic>
      <p:sp>
        <p:nvSpPr>
          <p:cNvPr id="15" name="مربع نص 14">
            <a:extLst>
              <a:ext uri="{FF2B5EF4-FFF2-40B4-BE49-F238E27FC236}">
                <a16:creationId xmlns:a16="http://schemas.microsoft.com/office/drawing/2014/main" id="{E7F70576-6C03-4A96-B68A-87045EFD91C3}"/>
              </a:ext>
            </a:extLst>
          </p:cNvPr>
          <p:cNvSpPr txBox="1"/>
          <p:nvPr/>
        </p:nvSpPr>
        <p:spPr>
          <a:xfrm>
            <a:off x="3103878" y="417252"/>
            <a:ext cx="6105378" cy="707886"/>
          </a:xfrm>
          <a:prstGeom prst="rect">
            <a:avLst/>
          </a:prstGeom>
          <a:noFill/>
        </p:spPr>
        <p:txBody>
          <a:bodyPr wrap="square">
            <a:spAutoFit/>
          </a:bodyPr>
          <a:lstStyle/>
          <a:p>
            <a:pPr algn="ctr"/>
            <a:r>
              <a:rPr lang="ar-SA" sz="4000" b="1" dirty="0">
                <a:solidFill>
                  <a:srgbClr val="FFDE7C"/>
                </a:solidFill>
                <a:effectLst>
                  <a:outerShdw blurRad="38100" dist="38100" dir="2700000" algn="tl">
                    <a:srgbClr val="000000">
                      <a:alpha val="43137"/>
                    </a:srgbClr>
                  </a:outerShdw>
                </a:effectLst>
                <a:latin typeface="Dubai" panose="020B0503030403030204" pitchFamily="34" charset="-78"/>
                <a:cs typeface="Dubai" panose="020B0503030403030204" pitchFamily="34" charset="-78"/>
              </a:rPr>
              <a:t>الأجزاء الملحقة بالحاسب :</a:t>
            </a:r>
          </a:p>
        </p:txBody>
      </p:sp>
    </p:spTree>
    <p:extLst>
      <p:ext uri="{BB962C8B-B14F-4D97-AF65-F5344CB8AC3E}">
        <p14:creationId xmlns:p14="http://schemas.microsoft.com/office/powerpoint/2010/main" val="9753153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صورة 2">
            <a:extLst>
              <a:ext uri="{FF2B5EF4-FFF2-40B4-BE49-F238E27FC236}">
                <a16:creationId xmlns:a16="http://schemas.microsoft.com/office/drawing/2014/main" id="{8B2E79F2-AD06-4477-9A9F-92D91EF8230E}"/>
              </a:ext>
            </a:extLst>
          </p:cNvPr>
          <p:cNvPicPr>
            <a:picLocks noChangeAspect="1"/>
          </p:cNvPicPr>
          <p:nvPr/>
        </p:nvPicPr>
        <p:blipFill>
          <a:blip r:embed="rId2"/>
          <a:stretch>
            <a:fillRect/>
          </a:stretch>
        </p:blipFill>
        <p:spPr>
          <a:xfrm>
            <a:off x="2882446" y="1878082"/>
            <a:ext cx="8986268" cy="2064203"/>
          </a:xfrm>
          <a:prstGeom prst="rect">
            <a:avLst/>
          </a:prstGeom>
        </p:spPr>
      </p:pic>
      <p:pic>
        <p:nvPicPr>
          <p:cNvPr id="5" name="صورة 4">
            <a:extLst>
              <a:ext uri="{FF2B5EF4-FFF2-40B4-BE49-F238E27FC236}">
                <a16:creationId xmlns:a16="http://schemas.microsoft.com/office/drawing/2014/main" id="{C488BEC7-6060-419A-875D-F4B7BD7D9EC4}"/>
              </a:ext>
            </a:extLst>
          </p:cNvPr>
          <p:cNvPicPr>
            <a:picLocks noChangeAspect="1"/>
          </p:cNvPicPr>
          <p:nvPr/>
        </p:nvPicPr>
        <p:blipFill>
          <a:blip r:embed="rId3"/>
          <a:stretch>
            <a:fillRect/>
          </a:stretch>
        </p:blipFill>
        <p:spPr>
          <a:xfrm>
            <a:off x="537663" y="4176560"/>
            <a:ext cx="2571750" cy="1847850"/>
          </a:xfrm>
          <a:prstGeom prst="rect">
            <a:avLst/>
          </a:prstGeom>
        </p:spPr>
      </p:pic>
      <p:pic>
        <p:nvPicPr>
          <p:cNvPr id="7" name="صورة 6">
            <a:extLst>
              <a:ext uri="{FF2B5EF4-FFF2-40B4-BE49-F238E27FC236}">
                <a16:creationId xmlns:a16="http://schemas.microsoft.com/office/drawing/2014/main" id="{D82B3B78-ACF0-42FD-9D73-F06B4E15BE45}"/>
              </a:ext>
            </a:extLst>
          </p:cNvPr>
          <p:cNvPicPr>
            <a:picLocks noChangeAspect="1"/>
          </p:cNvPicPr>
          <p:nvPr/>
        </p:nvPicPr>
        <p:blipFill rotWithShape="1">
          <a:blip r:embed="rId4"/>
          <a:srcRect b="51579"/>
          <a:stretch/>
        </p:blipFill>
        <p:spPr>
          <a:xfrm>
            <a:off x="3103878" y="4302140"/>
            <a:ext cx="8793271" cy="1596691"/>
          </a:xfrm>
          <a:prstGeom prst="rect">
            <a:avLst/>
          </a:prstGeom>
        </p:spPr>
      </p:pic>
      <p:sp>
        <p:nvSpPr>
          <p:cNvPr id="19" name="مربع نص 18">
            <a:extLst>
              <a:ext uri="{FF2B5EF4-FFF2-40B4-BE49-F238E27FC236}">
                <a16:creationId xmlns:a16="http://schemas.microsoft.com/office/drawing/2014/main" id="{9E4C21A8-627F-4022-8363-AA17CB327279}"/>
              </a:ext>
            </a:extLst>
          </p:cNvPr>
          <p:cNvSpPr txBox="1"/>
          <p:nvPr/>
        </p:nvSpPr>
        <p:spPr>
          <a:xfrm>
            <a:off x="3103878" y="417252"/>
            <a:ext cx="6105378" cy="707886"/>
          </a:xfrm>
          <a:prstGeom prst="rect">
            <a:avLst/>
          </a:prstGeom>
          <a:noFill/>
        </p:spPr>
        <p:txBody>
          <a:bodyPr wrap="square">
            <a:spAutoFit/>
          </a:bodyPr>
          <a:lstStyle/>
          <a:p>
            <a:pPr algn="ctr"/>
            <a:r>
              <a:rPr lang="ar-SA" sz="4000" b="1" dirty="0">
                <a:solidFill>
                  <a:srgbClr val="FFDE7C"/>
                </a:solidFill>
                <a:effectLst>
                  <a:outerShdw blurRad="38100" dist="38100" dir="2700000" algn="tl">
                    <a:srgbClr val="000000">
                      <a:alpha val="43137"/>
                    </a:srgbClr>
                  </a:outerShdw>
                </a:effectLst>
                <a:latin typeface="Dubai" panose="020B0503030403030204" pitchFamily="34" charset="-78"/>
                <a:cs typeface="Dubai" panose="020B0503030403030204" pitchFamily="34" charset="-78"/>
              </a:rPr>
              <a:t>الأجزاء الملحقة بالحاسب :</a:t>
            </a:r>
          </a:p>
        </p:txBody>
      </p:sp>
    </p:spTree>
    <p:extLst>
      <p:ext uri="{BB962C8B-B14F-4D97-AF65-F5344CB8AC3E}">
        <p14:creationId xmlns:p14="http://schemas.microsoft.com/office/powerpoint/2010/main" val="42419097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صورة 6">
            <a:extLst>
              <a:ext uri="{FF2B5EF4-FFF2-40B4-BE49-F238E27FC236}">
                <a16:creationId xmlns:a16="http://schemas.microsoft.com/office/drawing/2014/main" id="{D82B3B78-ACF0-42FD-9D73-F06B4E15BE45}"/>
              </a:ext>
            </a:extLst>
          </p:cNvPr>
          <p:cNvPicPr>
            <a:picLocks noChangeAspect="1"/>
          </p:cNvPicPr>
          <p:nvPr/>
        </p:nvPicPr>
        <p:blipFill rotWithShape="1">
          <a:blip r:embed="rId2"/>
          <a:srcRect t="54389"/>
          <a:stretch/>
        </p:blipFill>
        <p:spPr>
          <a:xfrm>
            <a:off x="3019572" y="1822635"/>
            <a:ext cx="9022537" cy="1543243"/>
          </a:xfrm>
          <a:prstGeom prst="rect">
            <a:avLst/>
          </a:prstGeom>
        </p:spPr>
      </p:pic>
      <p:pic>
        <p:nvPicPr>
          <p:cNvPr id="11" name="صورة 10">
            <a:extLst>
              <a:ext uri="{FF2B5EF4-FFF2-40B4-BE49-F238E27FC236}">
                <a16:creationId xmlns:a16="http://schemas.microsoft.com/office/drawing/2014/main" id="{49EAF5B5-AAA7-4913-B133-8442958927DD}"/>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34212" y="1805050"/>
            <a:ext cx="3085055" cy="2371926"/>
          </a:xfrm>
          <a:prstGeom prst="rect">
            <a:avLst/>
          </a:prstGeom>
        </p:spPr>
      </p:pic>
      <p:pic>
        <p:nvPicPr>
          <p:cNvPr id="17" name="صورة 16">
            <a:extLst>
              <a:ext uri="{FF2B5EF4-FFF2-40B4-BE49-F238E27FC236}">
                <a16:creationId xmlns:a16="http://schemas.microsoft.com/office/drawing/2014/main" id="{45353ACD-BE55-4771-AC4B-A1AB2D567463}"/>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4431323" y="3303472"/>
            <a:ext cx="7610786" cy="3032422"/>
          </a:xfrm>
          <a:prstGeom prst="rect">
            <a:avLst/>
          </a:prstGeom>
        </p:spPr>
      </p:pic>
      <p:sp>
        <p:nvSpPr>
          <p:cNvPr id="19" name="مربع نص 18">
            <a:extLst>
              <a:ext uri="{FF2B5EF4-FFF2-40B4-BE49-F238E27FC236}">
                <a16:creationId xmlns:a16="http://schemas.microsoft.com/office/drawing/2014/main" id="{9E4C21A8-627F-4022-8363-AA17CB327279}"/>
              </a:ext>
            </a:extLst>
          </p:cNvPr>
          <p:cNvSpPr txBox="1"/>
          <p:nvPr/>
        </p:nvSpPr>
        <p:spPr>
          <a:xfrm>
            <a:off x="3103878" y="417252"/>
            <a:ext cx="6105378" cy="707886"/>
          </a:xfrm>
          <a:prstGeom prst="rect">
            <a:avLst/>
          </a:prstGeom>
          <a:noFill/>
        </p:spPr>
        <p:txBody>
          <a:bodyPr wrap="square">
            <a:spAutoFit/>
          </a:bodyPr>
          <a:lstStyle/>
          <a:p>
            <a:pPr algn="ctr"/>
            <a:r>
              <a:rPr lang="ar-SA" sz="4000" b="1" dirty="0">
                <a:solidFill>
                  <a:srgbClr val="FFDE7C"/>
                </a:solidFill>
                <a:effectLst>
                  <a:outerShdw blurRad="38100" dist="38100" dir="2700000" algn="tl">
                    <a:srgbClr val="000000">
                      <a:alpha val="43137"/>
                    </a:srgbClr>
                  </a:outerShdw>
                </a:effectLst>
                <a:latin typeface="Dubai" panose="020B0503030403030204" pitchFamily="34" charset="-78"/>
                <a:cs typeface="Dubai" panose="020B0503030403030204" pitchFamily="34" charset="-78"/>
              </a:rPr>
              <a:t>الأجزاء الملحقة بالحاسب :</a:t>
            </a:r>
          </a:p>
        </p:txBody>
      </p:sp>
    </p:spTree>
    <p:extLst>
      <p:ext uri="{BB962C8B-B14F-4D97-AF65-F5344CB8AC3E}">
        <p14:creationId xmlns:p14="http://schemas.microsoft.com/office/powerpoint/2010/main" val="2358971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صورة 4">
            <a:extLst>
              <a:ext uri="{FF2B5EF4-FFF2-40B4-BE49-F238E27FC236}">
                <a16:creationId xmlns:a16="http://schemas.microsoft.com/office/drawing/2014/main" id="{81F0C1A3-F528-4094-8AF5-FE172EE4DF0E}"/>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278967" y="1683898"/>
            <a:ext cx="9385736" cy="4248916"/>
          </a:xfrm>
          <a:prstGeom prst="rect">
            <a:avLst/>
          </a:prstGeom>
        </p:spPr>
      </p:pic>
      <p:sp>
        <p:nvSpPr>
          <p:cNvPr id="15" name="مربع نص 14">
            <a:extLst>
              <a:ext uri="{FF2B5EF4-FFF2-40B4-BE49-F238E27FC236}">
                <a16:creationId xmlns:a16="http://schemas.microsoft.com/office/drawing/2014/main" id="{37DA290F-03D5-4FC8-9903-8DE22EC2C00C}"/>
              </a:ext>
            </a:extLst>
          </p:cNvPr>
          <p:cNvSpPr txBox="1"/>
          <p:nvPr/>
        </p:nvSpPr>
        <p:spPr>
          <a:xfrm>
            <a:off x="3103878" y="417252"/>
            <a:ext cx="6105378" cy="707886"/>
          </a:xfrm>
          <a:prstGeom prst="rect">
            <a:avLst/>
          </a:prstGeom>
          <a:noFill/>
        </p:spPr>
        <p:txBody>
          <a:bodyPr wrap="square">
            <a:spAutoFit/>
          </a:bodyPr>
          <a:lstStyle/>
          <a:p>
            <a:pPr algn="ctr"/>
            <a:r>
              <a:rPr lang="ar-SA" sz="4000" b="1" dirty="0">
                <a:solidFill>
                  <a:srgbClr val="FFDE7C"/>
                </a:solidFill>
                <a:effectLst>
                  <a:outerShdw blurRad="38100" dist="38100" dir="2700000" algn="tl">
                    <a:srgbClr val="000000">
                      <a:alpha val="43137"/>
                    </a:srgbClr>
                  </a:outerShdw>
                </a:effectLst>
                <a:latin typeface="Dubai" panose="020B0503030403030204" pitchFamily="34" charset="-78"/>
                <a:cs typeface="Dubai" panose="020B0503030403030204" pitchFamily="34" charset="-78"/>
              </a:rPr>
              <a:t>الأجزاء الملحقة بالحاسب :</a:t>
            </a:r>
          </a:p>
        </p:txBody>
      </p:sp>
    </p:spTree>
    <p:extLst>
      <p:ext uri="{BB962C8B-B14F-4D97-AF65-F5344CB8AC3E}">
        <p14:creationId xmlns:p14="http://schemas.microsoft.com/office/powerpoint/2010/main" val="36448082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صورة 10">
            <a:extLst>
              <a:ext uri="{FF2B5EF4-FFF2-40B4-BE49-F238E27FC236}">
                <a16:creationId xmlns:a16="http://schemas.microsoft.com/office/drawing/2014/main" id="{D0CD2B49-702D-458E-8382-E6D35B93C826}"/>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2420431" y="1567832"/>
            <a:ext cx="9336871" cy="1810787"/>
          </a:xfrm>
          <a:prstGeom prst="rect">
            <a:avLst/>
          </a:prstGeom>
        </p:spPr>
      </p:pic>
      <p:pic>
        <p:nvPicPr>
          <p:cNvPr id="5" name="صورة 4">
            <a:extLst>
              <a:ext uri="{FF2B5EF4-FFF2-40B4-BE49-F238E27FC236}">
                <a16:creationId xmlns:a16="http://schemas.microsoft.com/office/drawing/2014/main" id="{5E6E2498-CE51-420E-9340-9CE435126891}"/>
              </a:ext>
            </a:extLst>
          </p:cNvPr>
          <p:cNvPicPr>
            <a:picLocks noChangeAspect="1"/>
          </p:cNvPicPr>
          <p:nvPr/>
        </p:nvPicPr>
        <p:blipFill>
          <a:blip r:embed="rId3"/>
          <a:stretch>
            <a:fillRect/>
          </a:stretch>
        </p:blipFill>
        <p:spPr>
          <a:xfrm>
            <a:off x="4111730" y="3378619"/>
            <a:ext cx="7799601" cy="2693556"/>
          </a:xfrm>
          <a:prstGeom prst="rect">
            <a:avLst/>
          </a:prstGeom>
        </p:spPr>
      </p:pic>
      <p:sp>
        <p:nvSpPr>
          <p:cNvPr id="15" name="مربع نص 14">
            <a:extLst>
              <a:ext uri="{FF2B5EF4-FFF2-40B4-BE49-F238E27FC236}">
                <a16:creationId xmlns:a16="http://schemas.microsoft.com/office/drawing/2014/main" id="{D6200D6D-0CA9-480C-83DD-4B9AEAA306D1}"/>
              </a:ext>
            </a:extLst>
          </p:cNvPr>
          <p:cNvSpPr txBox="1"/>
          <p:nvPr/>
        </p:nvSpPr>
        <p:spPr>
          <a:xfrm>
            <a:off x="3103878" y="417252"/>
            <a:ext cx="6105378" cy="707886"/>
          </a:xfrm>
          <a:prstGeom prst="rect">
            <a:avLst/>
          </a:prstGeom>
          <a:noFill/>
        </p:spPr>
        <p:txBody>
          <a:bodyPr wrap="square">
            <a:spAutoFit/>
          </a:bodyPr>
          <a:lstStyle/>
          <a:p>
            <a:pPr algn="ctr"/>
            <a:r>
              <a:rPr lang="ar-SA" sz="4000" b="1" dirty="0">
                <a:solidFill>
                  <a:srgbClr val="FFDE7C"/>
                </a:solidFill>
                <a:effectLst>
                  <a:outerShdw blurRad="38100" dist="38100" dir="2700000" algn="tl">
                    <a:srgbClr val="000000">
                      <a:alpha val="43137"/>
                    </a:srgbClr>
                  </a:outerShdw>
                </a:effectLst>
                <a:latin typeface="Dubai" panose="020B0503030403030204" pitchFamily="34" charset="-78"/>
                <a:cs typeface="Dubai" panose="020B0503030403030204" pitchFamily="34" charset="-78"/>
              </a:rPr>
              <a:t>الأجزاء الملحقة بالحاسب :</a:t>
            </a:r>
          </a:p>
        </p:txBody>
      </p:sp>
    </p:spTree>
    <p:extLst>
      <p:ext uri="{BB962C8B-B14F-4D97-AF65-F5344CB8AC3E}">
        <p14:creationId xmlns:p14="http://schemas.microsoft.com/office/powerpoint/2010/main" val="24804405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مربع نص 8">
            <a:extLst>
              <a:ext uri="{FF2B5EF4-FFF2-40B4-BE49-F238E27FC236}">
                <a16:creationId xmlns:a16="http://schemas.microsoft.com/office/drawing/2014/main" id="{7FDAECD8-CFB9-4315-A9E9-9CBBEA2D516E}"/>
              </a:ext>
            </a:extLst>
          </p:cNvPr>
          <p:cNvSpPr txBox="1"/>
          <p:nvPr/>
        </p:nvSpPr>
        <p:spPr>
          <a:xfrm>
            <a:off x="3103878" y="417252"/>
            <a:ext cx="6105378" cy="707886"/>
          </a:xfrm>
          <a:prstGeom prst="rect">
            <a:avLst/>
          </a:prstGeom>
          <a:noFill/>
        </p:spPr>
        <p:txBody>
          <a:bodyPr wrap="square">
            <a:spAutoFit/>
          </a:bodyPr>
          <a:lstStyle/>
          <a:p>
            <a:pPr algn="ctr"/>
            <a:r>
              <a:rPr lang="ar-SA" sz="4000" b="1" dirty="0">
                <a:solidFill>
                  <a:srgbClr val="FFDE7C"/>
                </a:solidFill>
                <a:effectLst>
                  <a:outerShdw blurRad="38100" dist="38100" dir="2700000" algn="tl">
                    <a:srgbClr val="000000">
                      <a:alpha val="43137"/>
                    </a:srgbClr>
                  </a:outerShdw>
                </a:effectLst>
                <a:latin typeface="Dubai" panose="020B0503030403030204" pitchFamily="34" charset="-78"/>
                <a:cs typeface="Dubai" panose="020B0503030403030204" pitchFamily="34" charset="-78"/>
              </a:rPr>
              <a:t>تقويم مرحلي :</a:t>
            </a:r>
          </a:p>
        </p:txBody>
      </p:sp>
      <p:sp>
        <p:nvSpPr>
          <p:cNvPr id="5" name="مربع نص 4">
            <a:extLst>
              <a:ext uri="{FF2B5EF4-FFF2-40B4-BE49-F238E27FC236}">
                <a16:creationId xmlns:a16="http://schemas.microsoft.com/office/drawing/2014/main" id="{402CCC01-1A7D-4D20-AB18-AC09D8024607}"/>
              </a:ext>
            </a:extLst>
          </p:cNvPr>
          <p:cNvSpPr txBox="1"/>
          <p:nvPr/>
        </p:nvSpPr>
        <p:spPr>
          <a:xfrm>
            <a:off x="2844788" y="1929465"/>
            <a:ext cx="8721970" cy="2062103"/>
          </a:xfrm>
          <a:prstGeom prst="rect">
            <a:avLst/>
          </a:prstGeom>
          <a:noFill/>
        </p:spPr>
        <p:txBody>
          <a:bodyPr wrap="square" rtlCol="1">
            <a:spAutoFit/>
          </a:bodyPr>
          <a:lstStyle/>
          <a:p>
            <a:r>
              <a:rPr lang="ar-SA" sz="3200" b="1" dirty="0">
                <a:solidFill>
                  <a:srgbClr val="6C63FF"/>
                </a:solidFill>
                <a:latin typeface="Dubai" panose="020B0503030403030204" pitchFamily="34" charset="-78"/>
                <a:cs typeface="Dubai" panose="020B0503030403030204" pitchFamily="34" charset="-78"/>
              </a:rPr>
              <a:t>تعد من اجهزة الادخال / والاخراج  في الحاسب؟</a:t>
            </a:r>
          </a:p>
          <a:p>
            <a:pPr marL="514350" indent="-514350">
              <a:buClr>
                <a:srgbClr val="6C63FF"/>
              </a:buClr>
              <a:buFont typeface="+mj-lt"/>
              <a:buAutoNum type="alphaUcPeriod"/>
            </a:pPr>
            <a:r>
              <a:rPr lang="ar-SA" sz="3200" b="1" dirty="0">
                <a:solidFill>
                  <a:srgbClr val="535461"/>
                </a:solidFill>
                <a:latin typeface="Dubai" panose="020B0503030403030204" pitchFamily="34" charset="-78"/>
                <a:cs typeface="Dubai" panose="020B0503030403030204" pitchFamily="34" charset="-78"/>
              </a:rPr>
              <a:t>الطابعة</a:t>
            </a:r>
          </a:p>
          <a:p>
            <a:pPr marL="514350" indent="-514350">
              <a:buClr>
                <a:srgbClr val="6C63FF"/>
              </a:buClr>
              <a:buFont typeface="+mj-lt"/>
              <a:buAutoNum type="alphaUcPeriod"/>
            </a:pPr>
            <a:r>
              <a:rPr lang="ar-SA" sz="3200" b="1" dirty="0">
                <a:solidFill>
                  <a:srgbClr val="535461"/>
                </a:solidFill>
                <a:latin typeface="Dubai" panose="020B0503030403030204" pitchFamily="34" charset="-78"/>
                <a:cs typeface="Dubai" panose="020B0503030403030204" pitchFamily="34" charset="-78"/>
              </a:rPr>
              <a:t>لوحة المفاتيح</a:t>
            </a:r>
          </a:p>
          <a:p>
            <a:pPr marL="514350" indent="-514350">
              <a:buClr>
                <a:srgbClr val="6C63FF"/>
              </a:buClr>
              <a:buFont typeface="+mj-lt"/>
              <a:buAutoNum type="alphaUcPeriod"/>
            </a:pPr>
            <a:r>
              <a:rPr lang="ar-SA" sz="3200" b="1" dirty="0">
                <a:solidFill>
                  <a:srgbClr val="535461"/>
                </a:solidFill>
                <a:latin typeface="Dubai" panose="020B0503030403030204" pitchFamily="34" charset="-78"/>
                <a:cs typeface="Dubai" panose="020B0503030403030204" pitchFamily="34" charset="-78"/>
              </a:rPr>
              <a:t>شاشة اللمس</a:t>
            </a:r>
          </a:p>
        </p:txBody>
      </p:sp>
      <p:pic>
        <p:nvPicPr>
          <p:cNvPr id="7" name="صورة 6">
            <a:extLst>
              <a:ext uri="{FF2B5EF4-FFF2-40B4-BE49-F238E27FC236}">
                <a16:creationId xmlns:a16="http://schemas.microsoft.com/office/drawing/2014/main" id="{E37B4275-4FC5-4260-9091-5108A3E19131}"/>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9825" y="1304778"/>
            <a:ext cx="5573481" cy="4410222"/>
          </a:xfrm>
          <a:prstGeom prst="rect">
            <a:avLst/>
          </a:prstGeom>
        </p:spPr>
      </p:pic>
      <p:pic>
        <p:nvPicPr>
          <p:cNvPr id="13" name="btnInknoeActivity">
            <a:extLst>
              <a:ext uri="{FF2B5EF4-FFF2-40B4-BE49-F238E27FC236}">
                <a16:creationId xmlns:a16="http://schemas.microsoft.com/office/drawing/2014/main" id="{C4C7BE74-36D4-4682-AB58-F1CB0B732994}"/>
              </a:ext>
            </a:extLst>
          </p:cNvPr>
          <p:cNvPicPr>
            <a:picLocks noChangeAspect="1"/>
          </p:cNvPicPr>
          <p:nvPr>
            <p:custDataLst>
              <p:tags r:id="rId1"/>
            </p:custDataLst>
          </p:nvPr>
        </p:nvPicPr>
        <p:blipFill>
          <a:blip r:embed="rId4" r:link="rId5">
            <a:extLst>
              <a:ext uri="{28A0092B-C50C-407E-A947-70E740481C1C}">
                <a14:useLocalDpi xmlns:a14="http://schemas.microsoft.com/office/drawing/2010/main" val="0"/>
              </a:ext>
            </a:extLst>
          </a:blip>
          <a:stretch>
            <a:fillRect/>
          </a:stretch>
        </p:blipFill>
        <p:spPr>
          <a:xfrm>
            <a:off x="4986227" y="5429250"/>
            <a:ext cx="2219546" cy="571500"/>
          </a:xfrm>
          <a:prstGeom prst="rect">
            <a:avLst/>
          </a:prstGeom>
        </p:spPr>
      </p:pic>
    </p:spTree>
    <p:extLst>
      <p:ext uri="{BB962C8B-B14F-4D97-AF65-F5344CB8AC3E}">
        <p14:creationId xmlns:p14="http://schemas.microsoft.com/office/powerpoint/2010/main" val="6703663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صورة 2">
            <a:extLst>
              <a:ext uri="{FF2B5EF4-FFF2-40B4-BE49-F238E27FC236}">
                <a16:creationId xmlns:a16="http://schemas.microsoft.com/office/drawing/2014/main" id="{FB133703-F1DB-4D79-A9E3-C44276E6DA67}"/>
              </a:ext>
            </a:extLst>
          </p:cNvPr>
          <p:cNvPicPr>
            <a:picLocks noChangeAspect="1"/>
          </p:cNvPicPr>
          <p:nvPr/>
        </p:nvPicPr>
        <p:blipFill>
          <a:blip r:embed="rId2"/>
          <a:stretch>
            <a:fillRect/>
          </a:stretch>
        </p:blipFill>
        <p:spPr>
          <a:xfrm>
            <a:off x="627749" y="1993596"/>
            <a:ext cx="10936502" cy="3929282"/>
          </a:xfrm>
          <a:prstGeom prst="rect">
            <a:avLst/>
          </a:prstGeom>
        </p:spPr>
      </p:pic>
      <p:sp>
        <p:nvSpPr>
          <p:cNvPr id="11" name="مربع نص 10">
            <a:extLst>
              <a:ext uri="{FF2B5EF4-FFF2-40B4-BE49-F238E27FC236}">
                <a16:creationId xmlns:a16="http://schemas.microsoft.com/office/drawing/2014/main" id="{8515B8A6-C397-46A2-83FA-D0C6AB89250D}"/>
              </a:ext>
            </a:extLst>
          </p:cNvPr>
          <p:cNvSpPr txBox="1"/>
          <p:nvPr/>
        </p:nvSpPr>
        <p:spPr>
          <a:xfrm>
            <a:off x="3103878" y="417252"/>
            <a:ext cx="6105378" cy="707886"/>
          </a:xfrm>
          <a:prstGeom prst="rect">
            <a:avLst/>
          </a:prstGeom>
          <a:noFill/>
        </p:spPr>
        <p:txBody>
          <a:bodyPr wrap="square">
            <a:spAutoFit/>
          </a:bodyPr>
          <a:lstStyle/>
          <a:p>
            <a:pPr algn="ctr"/>
            <a:r>
              <a:rPr lang="ar-SA" sz="4000" b="1" dirty="0">
                <a:solidFill>
                  <a:srgbClr val="FFDE7C"/>
                </a:solidFill>
                <a:effectLst>
                  <a:outerShdw blurRad="38100" dist="38100" dir="2700000" algn="tl">
                    <a:srgbClr val="000000">
                      <a:alpha val="43137"/>
                    </a:srgbClr>
                  </a:outerShdw>
                </a:effectLst>
                <a:latin typeface="Dubai" panose="020B0503030403030204" pitchFamily="34" charset="-78"/>
                <a:cs typeface="Dubai" panose="020B0503030403030204" pitchFamily="34" charset="-78"/>
              </a:rPr>
              <a:t>الأجزاء الملحقة بالحاسب :</a:t>
            </a:r>
          </a:p>
        </p:txBody>
      </p:sp>
    </p:spTree>
    <p:extLst>
      <p:ext uri="{BB962C8B-B14F-4D97-AF65-F5344CB8AC3E}">
        <p14:creationId xmlns:p14="http://schemas.microsoft.com/office/powerpoint/2010/main" val="245176216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صورة 3">
            <a:extLst>
              <a:ext uri="{FF2B5EF4-FFF2-40B4-BE49-F238E27FC236}">
                <a16:creationId xmlns:a16="http://schemas.microsoft.com/office/drawing/2014/main" id="{44FE1E49-0453-4C95-9516-606AFF1205CF}"/>
              </a:ext>
            </a:extLst>
          </p:cNvPr>
          <p:cNvPicPr>
            <a:picLocks noChangeAspect="1"/>
          </p:cNvPicPr>
          <p:nvPr/>
        </p:nvPicPr>
        <p:blipFill>
          <a:blip r:embed="rId2"/>
          <a:stretch>
            <a:fillRect/>
          </a:stretch>
        </p:blipFill>
        <p:spPr>
          <a:xfrm>
            <a:off x="785392" y="1731484"/>
            <a:ext cx="10621215" cy="4384017"/>
          </a:xfrm>
          <a:prstGeom prst="rect">
            <a:avLst/>
          </a:prstGeom>
        </p:spPr>
      </p:pic>
      <p:sp>
        <p:nvSpPr>
          <p:cNvPr id="13" name="مربع نص 12">
            <a:extLst>
              <a:ext uri="{FF2B5EF4-FFF2-40B4-BE49-F238E27FC236}">
                <a16:creationId xmlns:a16="http://schemas.microsoft.com/office/drawing/2014/main" id="{DF20A4E7-237A-4AC0-9F2A-5121B91A8823}"/>
              </a:ext>
            </a:extLst>
          </p:cNvPr>
          <p:cNvSpPr txBox="1"/>
          <p:nvPr/>
        </p:nvSpPr>
        <p:spPr>
          <a:xfrm>
            <a:off x="3103878" y="417252"/>
            <a:ext cx="6105378" cy="707886"/>
          </a:xfrm>
          <a:prstGeom prst="rect">
            <a:avLst/>
          </a:prstGeom>
          <a:noFill/>
        </p:spPr>
        <p:txBody>
          <a:bodyPr wrap="square">
            <a:spAutoFit/>
          </a:bodyPr>
          <a:lstStyle/>
          <a:p>
            <a:pPr algn="ctr"/>
            <a:r>
              <a:rPr lang="ar-SA" sz="4000" b="1" dirty="0">
                <a:solidFill>
                  <a:srgbClr val="FFDE7C"/>
                </a:solidFill>
                <a:effectLst>
                  <a:outerShdw blurRad="38100" dist="38100" dir="2700000" algn="tl">
                    <a:srgbClr val="000000">
                      <a:alpha val="43137"/>
                    </a:srgbClr>
                  </a:outerShdw>
                </a:effectLst>
                <a:latin typeface="Dubai" panose="020B0503030403030204" pitchFamily="34" charset="-78"/>
                <a:cs typeface="Dubai" panose="020B0503030403030204" pitchFamily="34" charset="-78"/>
              </a:rPr>
              <a:t>الأجزاء الملحقة بالحاسب :</a:t>
            </a:r>
          </a:p>
        </p:txBody>
      </p:sp>
    </p:spTree>
    <p:extLst>
      <p:ext uri="{BB962C8B-B14F-4D97-AF65-F5344CB8AC3E}">
        <p14:creationId xmlns:p14="http://schemas.microsoft.com/office/powerpoint/2010/main" val="14562138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مجموعة 4">
            <a:extLst>
              <a:ext uri="{FF2B5EF4-FFF2-40B4-BE49-F238E27FC236}">
                <a16:creationId xmlns:a16="http://schemas.microsoft.com/office/drawing/2014/main" id="{AAB58350-9808-47C4-93A8-38AC037EEDA2}"/>
              </a:ext>
            </a:extLst>
          </p:cNvPr>
          <p:cNvGrpSpPr/>
          <p:nvPr/>
        </p:nvGrpSpPr>
        <p:grpSpPr>
          <a:xfrm>
            <a:off x="1655315" y="1059266"/>
            <a:ext cx="9586448" cy="5798734"/>
            <a:chOff x="1655315" y="1059266"/>
            <a:chExt cx="9586448" cy="5798734"/>
          </a:xfrm>
        </p:grpSpPr>
        <p:pic>
          <p:nvPicPr>
            <p:cNvPr id="3" name="صورة 2">
              <a:extLst>
                <a:ext uri="{FF2B5EF4-FFF2-40B4-BE49-F238E27FC236}">
                  <a16:creationId xmlns:a16="http://schemas.microsoft.com/office/drawing/2014/main" id="{DE42AB0B-79DB-4054-AC0D-2EE6F30AF7B0}"/>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1655315" y="1059266"/>
              <a:ext cx="9586448" cy="5656825"/>
            </a:xfrm>
            <a:prstGeom prst="rect">
              <a:avLst/>
            </a:prstGeom>
          </p:spPr>
        </p:pic>
        <p:sp>
          <p:nvSpPr>
            <p:cNvPr id="4" name="مستطيل 3">
              <a:extLst>
                <a:ext uri="{FF2B5EF4-FFF2-40B4-BE49-F238E27FC236}">
                  <a16:creationId xmlns:a16="http://schemas.microsoft.com/office/drawing/2014/main" id="{7C09FFCB-A310-47FD-9B80-6F3D17C5686C}"/>
                </a:ext>
              </a:extLst>
            </p:cNvPr>
            <p:cNvSpPr/>
            <p:nvPr/>
          </p:nvSpPr>
          <p:spPr>
            <a:xfrm>
              <a:off x="3826412" y="6453143"/>
              <a:ext cx="1322363" cy="40485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grpSp>
      <p:sp>
        <p:nvSpPr>
          <p:cNvPr id="13" name="مربع نص 12">
            <a:extLst>
              <a:ext uri="{FF2B5EF4-FFF2-40B4-BE49-F238E27FC236}">
                <a16:creationId xmlns:a16="http://schemas.microsoft.com/office/drawing/2014/main" id="{50D89B96-5363-461B-8267-606CDE14ABFB}"/>
              </a:ext>
            </a:extLst>
          </p:cNvPr>
          <p:cNvSpPr txBox="1"/>
          <p:nvPr/>
        </p:nvSpPr>
        <p:spPr>
          <a:xfrm>
            <a:off x="3103878" y="417252"/>
            <a:ext cx="6105378" cy="707886"/>
          </a:xfrm>
          <a:prstGeom prst="rect">
            <a:avLst/>
          </a:prstGeom>
          <a:noFill/>
        </p:spPr>
        <p:txBody>
          <a:bodyPr wrap="square">
            <a:spAutoFit/>
          </a:bodyPr>
          <a:lstStyle/>
          <a:p>
            <a:pPr algn="ctr"/>
            <a:r>
              <a:rPr lang="ar-SA" sz="4000" b="1" dirty="0">
                <a:solidFill>
                  <a:srgbClr val="FFDE7C"/>
                </a:solidFill>
                <a:effectLst>
                  <a:outerShdw blurRad="38100" dist="38100" dir="2700000" algn="tl">
                    <a:srgbClr val="000000">
                      <a:alpha val="43137"/>
                    </a:srgbClr>
                  </a:outerShdw>
                </a:effectLst>
                <a:latin typeface="Dubai" panose="020B0503030403030204" pitchFamily="34" charset="-78"/>
                <a:cs typeface="Dubai" panose="020B0503030403030204" pitchFamily="34" charset="-78"/>
              </a:rPr>
              <a:t>الأجزاء الملحقة بالحاسب :</a:t>
            </a:r>
          </a:p>
        </p:txBody>
      </p:sp>
    </p:spTree>
    <p:extLst>
      <p:ext uri="{BB962C8B-B14F-4D97-AF65-F5344CB8AC3E}">
        <p14:creationId xmlns:p14="http://schemas.microsoft.com/office/powerpoint/2010/main" val="28104760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صورة 2">
            <a:extLst>
              <a:ext uri="{FF2B5EF4-FFF2-40B4-BE49-F238E27FC236}">
                <a16:creationId xmlns:a16="http://schemas.microsoft.com/office/drawing/2014/main" id="{70A24727-AC5D-4AB5-86E5-249DB44AE261}"/>
              </a:ext>
            </a:extLst>
          </p:cNvPr>
          <p:cNvPicPr>
            <a:picLocks noChangeAspect="1"/>
          </p:cNvPicPr>
          <p:nvPr/>
        </p:nvPicPr>
        <p:blipFill>
          <a:blip r:embed="rId2"/>
          <a:stretch>
            <a:fillRect/>
          </a:stretch>
        </p:blipFill>
        <p:spPr>
          <a:xfrm>
            <a:off x="4624728" y="1601998"/>
            <a:ext cx="7307156" cy="2135491"/>
          </a:xfrm>
          <a:prstGeom prst="rect">
            <a:avLst/>
          </a:prstGeom>
        </p:spPr>
      </p:pic>
      <p:grpSp>
        <p:nvGrpSpPr>
          <p:cNvPr id="7" name="مجموعة 6">
            <a:extLst>
              <a:ext uri="{FF2B5EF4-FFF2-40B4-BE49-F238E27FC236}">
                <a16:creationId xmlns:a16="http://schemas.microsoft.com/office/drawing/2014/main" id="{A6F432BC-3DE8-4FF9-882B-122E6F926EDA}"/>
              </a:ext>
            </a:extLst>
          </p:cNvPr>
          <p:cNvGrpSpPr/>
          <p:nvPr/>
        </p:nvGrpSpPr>
        <p:grpSpPr>
          <a:xfrm>
            <a:off x="1022089" y="3336523"/>
            <a:ext cx="4512082" cy="3517586"/>
            <a:chOff x="946183" y="3347758"/>
            <a:chExt cx="4512082" cy="3517586"/>
          </a:xfrm>
        </p:grpSpPr>
        <p:pic>
          <p:nvPicPr>
            <p:cNvPr id="5" name="صورة 4">
              <a:extLst>
                <a:ext uri="{FF2B5EF4-FFF2-40B4-BE49-F238E27FC236}">
                  <a16:creationId xmlns:a16="http://schemas.microsoft.com/office/drawing/2014/main" id="{997C4BE9-7C7E-4266-A856-029A7F9A3D19}"/>
                </a:ext>
              </a:extLst>
            </p:cNvPr>
            <p:cNvPicPr>
              <a:picLocks noChangeAspect="1"/>
            </p:cNvPicPr>
            <p:nvPr/>
          </p:nvPicPr>
          <p:blipFill>
            <a:blip r:embed="rId3"/>
            <a:stretch>
              <a:fillRect/>
            </a:stretch>
          </p:blipFill>
          <p:spPr>
            <a:xfrm>
              <a:off x="1073726" y="3347758"/>
              <a:ext cx="4181475" cy="3248025"/>
            </a:xfrm>
            <a:prstGeom prst="rect">
              <a:avLst/>
            </a:prstGeom>
          </p:spPr>
        </p:pic>
        <p:sp>
          <p:nvSpPr>
            <p:cNvPr id="6" name="مستطيل 5">
              <a:extLst>
                <a:ext uri="{FF2B5EF4-FFF2-40B4-BE49-F238E27FC236}">
                  <a16:creationId xmlns:a16="http://schemas.microsoft.com/office/drawing/2014/main" id="{87921A9F-7C73-4806-B64C-68C1B715C6D1}"/>
                </a:ext>
              </a:extLst>
            </p:cNvPr>
            <p:cNvSpPr/>
            <p:nvPr/>
          </p:nvSpPr>
          <p:spPr>
            <a:xfrm>
              <a:off x="4009292" y="3826412"/>
              <a:ext cx="1448973" cy="11394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sp>
          <p:nvSpPr>
            <p:cNvPr id="15" name="مستطيل 14">
              <a:extLst>
                <a:ext uri="{FF2B5EF4-FFF2-40B4-BE49-F238E27FC236}">
                  <a16:creationId xmlns:a16="http://schemas.microsoft.com/office/drawing/2014/main" id="{6F10E76C-CED5-4A9F-835D-A876A8F34E65}"/>
                </a:ext>
              </a:extLst>
            </p:cNvPr>
            <p:cNvSpPr/>
            <p:nvPr/>
          </p:nvSpPr>
          <p:spPr>
            <a:xfrm>
              <a:off x="946183" y="5725861"/>
              <a:ext cx="1448973" cy="11394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a:p>
          </p:txBody>
        </p:sp>
      </p:grpSp>
      <p:sp>
        <p:nvSpPr>
          <p:cNvPr id="17" name="مربع نص 16">
            <a:extLst>
              <a:ext uri="{FF2B5EF4-FFF2-40B4-BE49-F238E27FC236}">
                <a16:creationId xmlns:a16="http://schemas.microsoft.com/office/drawing/2014/main" id="{719297BF-ABC3-43DA-9D4C-5FC9911BCF98}"/>
              </a:ext>
            </a:extLst>
          </p:cNvPr>
          <p:cNvSpPr txBox="1"/>
          <p:nvPr/>
        </p:nvSpPr>
        <p:spPr>
          <a:xfrm>
            <a:off x="3103878" y="417252"/>
            <a:ext cx="6105378" cy="707886"/>
          </a:xfrm>
          <a:prstGeom prst="rect">
            <a:avLst/>
          </a:prstGeom>
          <a:noFill/>
        </p:spPr>
        <p:txBody>
          <a:bodyPr wrap="square">
            <a:spAutoFit/>
          </a:bodyPr>
          <a:lstStyle/>
          <a:p>
            <a:pPr algn="ctr"/>
            <a:r>
              <a:rPr lang="ar-SA" sz="4000" b="1" dirty="0">
                <a:solidFill>
                  <a:srgbClr val="FFDE7C"/>
                </a:solidFill>
                <a:effectLst>
                  <a:outerShdw blurRad="38100" dist="38100" dir="2700000" algn="tl">
                    <a:srgbClr val="000000">
                      <a:alpha val="43137"/>
                    </a:srgbClr>
                  </a:outerShdw>
                </a:effectLst>
                <a:latin typeface="Dubai" panose="020B0503030403030204" pitchFamily="34" charset="-78"/>
                <a:cs typeface="Dubai" panose="020B0503030403030204" pitchFamily="34" charset="-78"/>
              </a:rPr>
              <a:t>الأجزاء الملحقة بالحاسب :</a:t>
            </a:r>
          </a:p>
        </p:txBody>
      </p:sp>
    </p:spTree>
    <p:extLst>
      <p:ext uri="{BB962C8B-B14F-4D97-AF65-F5344CB8AC3E}">
        <p14:creationId xmlns:p14="http://schemas.microsoft.com/office/powerpoint/2010/main" val="35911117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مربع نص 8">
            <a:extLst>
              <a:ext uri="{FF2B5EF4-FFF2-40B4-BE49-F238E27FC236}">
                <a16:creationId xmlns:a16="http://schemas.microsoft.com/office/drawing/2014/main" id="{0DDC387B-C5C7-4D16-8A2E-43BBEDBAFF16}"/>
              </a:ext>
            </a:extLst>
          </p:cNvPr>
          <p:cNvSpPr txBox="1"/>
          <p:nvPr/>
        </p:nvSpPr>
        <p:spPr>
          <a:xfrm>
            <a:off x="7976344" y="1606537"/>
            <a:ext cx="2835357" cy="830997"/>
          </a:xfrm>
          <a:prstGeom prst="rect">
            <a:avLst/>
          </a:prstGeom>
          <a:noFill/>
        </p:spPr>
        <p:txBody>
          <a:bodyPr wrap="square" rtlCol="1">
            <a:spAutoFit/>
          </a:bodyPr>
          <a:lstStyle/>
          <a:p>
            <a:pPr algn="ctr"/>
            <a:r>
              <a:rPr lang="ar-SA" sz="4800" b="1" dirty="0">
                <a:solidFill>
                  <a:srgbClr val="FFDE7C"/>
                </a:solidFill>
                <a:effectLst>
                  <a:outerShdw blurRad="38100" dist="38100" dir="2700000" algn="tl">
                    <a:srgbClr val="000000">
                      <a:alpha val="43137"/>
                    </a:srgbClr>
                  </a:outerShdw>
                </a:effectLst>
              </a:rPr>
              <a:t>تقويم نهائي </a:t>
            </a:r>
          </a:p>
        </p:txBody>
      </p:sp>
      <p:pic>
        <p:nvPicPr>
          <p:cNvPr id="13" name="صورة 12">
            <a:extLst>
              <a:ext uri="{FF2B5EF4-FFF2-40B4-BE49-F238E27FC236}">
                <a16:creationId xmlns:a16="http://schemas.microsoft.com/office/drawing/2014/main" id="{1F81C878-17C2-4ED6-A97E-9D95405014A4}"/>
              </a:ext>
            </a:extLst>
          </p:cNvPr>
          <p:cNvPicPr>
            <a:picLocks noChangeAspect="1"/>
          </p:cNvPicPr>
          <p:nvPr/>
        </p:nvPicPr>
        <p:blipFill rotWithShape="1">
          <a:blip r:embed="rId3">
            <a:clrChange>
              <a:clrFrom>
                <a:srgbClr val="FFFFFF"/>
              </a:clrFrom>
              <a:clrTo>
                <a:srgbClr val="FFFFFF">
                  <a:alpha val="0"/>
                </a:srgbClr>
              </a:clrTo>
            </a:clrChange>
          </a:blip>
          <a:srcRect t="5550"/>
          <a:stretch/>
        </p:blipFill>
        <p:spPr>
          <a:xfrm>
            <a:off x="1030107" y="288485"/>
            <a:ext cx="6946237" cy="6448010"/>
          </a:xfrm>
          <a:prstGeom prst="rect">
            <a:avLst/>
          </a:prstGeom>
        </p:spPr>
      </p:pic>
      <p:pic>
        <p:nvPicPr>
          <p:cNvPr id="19" name="btnInknoeActivity">
            <a:extLst>
              <a:ext uri="{FF2B5EF4-FFF2-40B4-BE49-F238E27FC236}">
                <a16:creationId xmlns:a16="http://schemas.microsoft.com/office/drawing/2014/main" id="{F7D449CF-1D8A-40E7-A070-B893D0BE9B5B}"/>
              </a:ext>
            </a:extLst>
          </p:cNvPr>
          <p:cNvPicPr>
            <a:picLocks noChangeAspect="1"/>
          </p:cNvPicPr>
          <p:nvPr>
            <p:custDataLst>
              <p:tags r:id="rId1"/>
            </p:custDataLst>
          </p:nvPr>
        </p:nvPicPr>
        <p:blipFill>
          <a:blip r:embed="rId4" r:link="rId5">
            <a:extLst>
              <a:ext uri="{28A0092B-C50C-407E-A947-70E740481C1C}">
                <a14:useLocalDpi xmlns:a14="http://schemas.microsoft.com/office/drawing/2010/main" val="0"/>
              </a:ext>
            </a:extLst>
          </a:blip>
          <a:stretch>
            <a:fillRect/>
          </a:stretch>
        </p:blipFill>
        <p:spPr>
          <a:xfrm>
            <a:off x="8250192" y="4554332"/>
            <a:ext cx="2219546" cy="571500"/>
          </a:xfrm>
          <a:prstGeom prst="rect">
            <a:avLst/>
          </a:prstGeom>
        </p:spPr>
      </p:pic>
      <p:sp>
        <p:nvSpPr>
          <p:cNvPr id="23" name="مربع نص 22">
            <a:extLst>
              <a:ext uri="{FF2B5EF4-FFF2-40B4-BE49-F238E27FC236}">
                <a16:creationId xmlns:a16="http://schemas.microsoft.com/office/drawing/2014/main" id="{4712E140-1B85-465E-87E2-A1B6A8517E96}"/>
              </a:ext>
            </a:extLst>
          </p:cNvPr>
          <p:cNvSpPr txBox="1"/>
          <p:nvPr/>
        </p:nvSpPr>
        <p:spPr>
          <a:xfrm>
            <a:off x="6711518" y="2534743"/>
            <a:ext cx="5290249" cy="1384995"/>
          </a:xfrm>
          <a:prstGeom prst="rect">
            <a:avLst/>
          </a:prstGeom>
          <a:noFill/>
        </p:spPr>
        <p:txBody>
          <a:bodyPr wrap="square" rtlCol="1">
            <a:spAutoFit/>
          </a:bodyPr>
          <a:lstStyle/>
          <a:p>
            <a:pPr algn="ctr"/>
            <a:r>
              <a:rPr lang="ar-SA" sz="2800" b="1" dirty="0">
                <a:solidFill>
                  <a:srgbClr val="535461"/>
                </a:solidFill>
                <a:latin typeface="Dubai" panose="020B0503030403030204" pitchFamily="34" charset="-78"/>
                <a:cs typeface="Dubai" panose="020B0503030403030204" pitchFamily="34" charset="-78"/>
              </a:rPr>
              <a:t>سم اجهزة التخزين التي تعلمتها في هذا الدرس التي يمكن استخدامها لنقل كل نوع من أنواع البيانات التالية :</a:t>
            </a:r>
          </a:p>
        </p:txBody>
      </p:sp>
    </p:spTree>
    <p:extLst>
      <p:ext uri="{BB962C8B-B14F-4D97-AF65-F5344CB8AC3E}">
        <p14:creationId xmlns:p14="http://schemas.microsoft.com/office/powerpoint/2010/main" val="32877232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8" name="Isosceles Triangle 17">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Isosceles Triangle 19">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مربع نص 10">
            <a:extLst>
              <a:ext uri="{FF2B5EF4-FFF2-40B4-BE49-F238E27FC236}">
                <a16:creationId xmlns:a16="http://schemas.microsoft.com/office/drawing/2014/main" id="{D0616292-C5BF-4CFD-926F-C807B5EAF7A5}"/>
              </a:ext>
            </a:extLst>
          </p:cNvPr>
          <p:cNvSpPr txBox="1"/>
          <p:nvPr/>
        </p:nvSpPr>
        <p:spPr>
          <a:xfrm>
            <a:off x="3159362" y="1150773"/>
            <a:ext cx="6105378" cy="923330"/>
          </a:xfrm>
          <a:prstGeom prst="rect">
            <a:avLst/>
          </a:prstGeom>
          <a:noFill/>
        </p:spPr>
        <p:txBody>
          <a:bodyPr wrap="square">
            <a:spAutoFit/>
          </a:bodyPr>
          <a:lstStyle/>
          <a:p>
            <a:pPr algn="ctr"/>
            <a:r>
              <a:rPr lang="ar-SA" sz="5400" b="1" dirty="0">
                <a:solidFill>
                  <a:srgbClr val="FFDE7C"/>
                </a:solidFill>
                <a:effectLst>
                  <a:outerShdw blurRad="38100" dist="38100" dir="2700000" algn="tl">
                    <a:srgbClr val="000000">
                      <a:alpha val="43137"/>
                    </a:srgbClr>
                  </a:outerShdw>
                </a:effectLst>
                <a:latin typeface="Dubai" panose="020B0503030403030204" pitchFamily="34" charset="-78"/>
                <a:cs typeface="Dubai" panose="020B0503030403030204" pitchFamily="34" charset="-78"/>
              </a:rPr>
              <a:t>الواجب :</a:t>
            </a:r>
          </a:p>
        </p:txBody>
      </p:sp>
      <p:pic>
        <p:nvPicPr>
          <p:cNvPr id="3" name="صورة 2">
            <a:extLst>
              <a:ext uri="{FF2B5EF4-FFF2-40B4-BE49-F238E27FC236}">
                <a16:creationId xmlns:a16="http://schemas.microsoft.com/office/drawing/2014/main" id="{527E921B-973C-4514-A4CE-BB9521B782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3922" y="2532772"/>
            <a:ext cx="6416237" cy="4036743"/>
          </a:xfrm>
          <a:prstGeom prst="rect">
            <a:avLst/>
          </a:prstGeom>
        </p:spPr>
      </p:pic>
      <p:sp>
        <p:nvSpPr>
          <p:cNvPr id="5" name="مربع نص 4">
            <a:extLst>
              <a:ext uri="{FF2B5EF4-FFF2-40B4-BE49-F238E27FC236}">
                <a16:creationId xmlns:a16="http://schemas.microsoft.com/office/drawing/2014/main" id="{A6A29FED-D19C-4A54-A62F-A02A0A6D6A52}"/>
              </a:ext>
            </a:extLst>
          </p:cNvPr>
          <p:cNvSpPr txBox="1"/>
          <p:nvPr/>
        </p:nvSpPr>
        <p:spPr>
          <a:xfrm>
            <a:off x="7190218" y="2489468"/>
            <a:ext cx="4332849" cy="1323439"/>
          </a:xfrm>
          <a:prstGeom prst="rect">
            <a:avLst/>
          </a:prstGeom>
          <a:noFill/>
        </p:spPr>
        <p:txBody>
          <a:bodyPr wrap="square" rtlCol="1">
            <a:spAutoFit/>
          </a:bodyPr>
          <a:lstStyle/>
          <a:p>
            <a:pPr algn="ctr"/>
            <a:r>
              <a:rPr lang="ar-SA" sz="4000" b="1" dirty="0">
                <a:solidFill>
                  <a:srgbClr val="535461"/>
                </a:solidFill>
                <a:latin typeface="Dubai" panose="020B0503030403030204" pitchFamily="34" charset="-78"/>
                <a:cs typeface="Dubai" panose="020B0503030403030204" pitchFamily="34" charset="-78"/>
              </a:rPr>
              <a:t>صفحة 18 </a:t>
            </a:r>
          </a:p>
          <a:p>
            <a:pPr algn="ctr"/>
            <a:r>
              <a:rPr lang="ar-SA" sz="4000" b="1" dirty="0">
                <a:solidFill>
                  <a:srgbClr val="535461"/>
                </a:solidFill>
                <a:latin typeface="Dubai" panose="020B0503030403030204" pitchFamily="34" charset="-78"/>
                <a:cs typeface="Dubai" panose="020B0503030403030204" pitchFamily="34" charset="-78"/>
              </a:rPr>
              <a:t>تدريب 2 و3 </a:t>
            </a:r>
          </a:p>
        </p:txBody>
      </p:sp>
      <p:sp>
        <p:nvSpPr>
          <p:cNvPr id="15" name="مستطيل 14">
            <a:extLst>
              <a:ext uri="{FF2B5EF4-FFF2-40B4-BE49-F238E27FC236}">
                <a16:creationId xmlns:a16="http://schemas.microsoft.com/office/drawing/2014/main" id="{72E2F2CF-FACC-4908-ACF6-39E49723D2B6}"/>
              </a:ext>
            </a:extLst>
          </p:cNvPr>
          <p:cNvSpPr/>
          <p:nvPr/>
        </p:nvSpPr>
        <p:spPr>
          <a:xfrm>
            <a:off x="6212051" y="4013609"/>
            <a:ext cx="6096000" cy="1508105"/>
          </a:xfrm>
          <a:prstGeom prst="rect">
            <a:avLst/>
          </a:prstGeom>
        </p:spPr>
        <p:txBody>
          <a:bodyPr wrap="square">
            <a:spAutoFit/>
          </a:bodyPr>
          <a:lstStyle/>
          <a:p>
            <a:pPr algn="ctr">
              <a:lnSpc>
                <a:spcPct val="150000"/>
              </a:lnSpc>
              <a:defRPr/>
            </a:pPr>
            <a:r>
              <a:rPr lang="ar-SA" sz="3200" b="1" dirty="0">
                <a:solidFill>
                  <a:srgbClr val="FFDE7C"/>
                </a:solidFill>
                <a:effectLst>
                  <a:outerShdw blurRad="38100" dist="38100" dir="2700000" algn="tl">
                    <a:srgbClr val="000000">
                      <a:alpha val="43137"/>
                    </a:srgbClr>
                  </a:outerShdw>
                </a:effectLst>
                <a:latin typeface="Dubai" panose="020B0503030403030204" pitchFamily="34" charset="-78"/>
                <a:cs typeface="Dubai" panose="020B0503030403030204" pitchFamily="34" charset="-78"/>
              </a:rPr>
              <a:t>سبحانك اللهم وبحمدك ..  أشهد أن لا إله إلا أنت أستغفرك وأتوب إليك</a:t>
            </a:r>
          </a:p>
        </p:txBody>
      </p:sp>
    </p:spTree>
    <p:extLst>
      <p:ext uri="{BB962C8B-B14F-4D97-AF65-F5344CB8AC3E}">
        <p14:creationId xmlns:p14="http://schemas.microsoft.com/office/powerpoint/2010/main" val="317369122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NKNOELEADERBOARD" val="-636756269"/>
</p:tagLst>
</file>

<file path=ppt/tags/tag2.xml><?xml version="1.0" encoding="utf-8"?>
<p:tagLst xmlns:a="http://schemas.openxmlformats.org/drawingml/2006/main" xmlns:r="http://schemas.openxmlformats.org/officeDocument/2006/relationships" xmlns:p="http://schemas.openxmlformats.org/presentationml/2006/main">
  <p:tag name="ANSWERS" val="false"/>
  <p:tag name="INKNOEBUTTONMODEL" val="{&quot;ActivityType&quot;:3,&quot;OptionCount&quot;:4,&quot;WcOptionCount&quot;:10,&quot;HasMultipleSubmission&quot;:true,&quot;HasAutoStop&quot;:false,&quot;HasMinimizeMode&quot;:false,&quot;TimerValue&quot;:&quot;02:00&quot;,&quot;HasAutoStart&quot;:false,&quot;HasCorrectAnswers&quot;:false,&quot;McqAnswers&quot;:[],&quot;ActivityId&quot;:&quot;&quot;,&quot;IaMcqCompetition&quot;:false,&quot;IsAnonymous&quot;:false,&quot;AutoAdvance&quot;:false,&quot;IsCompetitionMode&quot;:false}"/>
</p:tagLst>
</file>

<file path=ppt/tags/tag3.xml><?xml version="1.0" encoding="utf-8"?>
<p:tagLst xmlns:a="http://schemas.openxmlformats.org/drawingml/2006/main" xmlns:r="http://schemas.openxmlformats.org/officeDocument/2006/relationships" xmlns:p="http://schemas.openxmlformats.org/presentationml/2006/main">
  <p:tag name="ANSWERS" val="false"/>
  <p:tag name="INKNOEBUTTONMODEL" val="{&quot;ActivityType&quot;:1,&quot;OptionCount&quot;:3,&quot;WcOptionCount&quot;:10,&quot;HasMultipleSubmission&quot;:false,&quot;HasAutoStop&quot;:false,&quot;HasMinimizeMode&quot;:false,&quot;TimerValue&quot;:&quot;02:00&quot;,&quot;HasAutoStart&quot;:false,&quot;HasCorrectAnswers&quot;:true,&quot;McqAnswers&quot;:[&quot;C&quot;],&quot;ActivityId&quot;:&quot;&quot;,&quot;IaMcqCompetition&quot;:false,&quot;IsAnonymous&quot;:false,&quot;AutoAdvance&quot;:false,&quot;IsCompetitionMode&quot;:false}"/>
</p:tagLst>
</file>

<file path=ppt/tags/tag4.xml><?xml version="1.0" encoding="utf-8"?>
<p:tagLst xmlns:a="http://schemas.openxmlformats.org/drawingml/2006/main" xmlns:r="http://schemas.openxmlformats.org/officeDocument/2006/relationships" xmlns:p="http://schemas.openxmlformats.org/presentationml/2006/main">
  <p:tag name="ANSWERS" val="false"/>
  <p:tag name="INKNOEBUTTONMODEL" val="{&quot;ActivityType&quot;:6,&quot;OptionCount&quot;:4,&quot;WcOptionCount&quot;:10,&quot;HasMultipleSubmission&quot;:false,&quot;HasAutoStop&quot;:false,&quot;HasMinimizeMode&quot;:false,&quot;TimerValue&quot;:&quot;02:00&quot;,&quot;HasAutoStart&quot;:false,&quot;HasCorrectAnswers&quot;:false,&quot;McqAnswers&quot;:[],&quot;ActivityId&quot;:&quot;&quot;,&quot;IaMcqCompetition&quot;:false,&quot;IsAnonymous&quot;:false,&quot;AutoAdvance&quot;:false,&quot;IsCompetitionMode&quot;:false}"/>
</p:tagLst>
</file>

<file path=ppt/theme/theme1.xml><?xml version="1.0" encoding="utf-8"?>
<a:theme xmlns:a="http://schemas.openxmlformats.org/drawingml/2006/main" name="نسق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784</TotalTime>
  <Words>290</Words>
  <Application>Microsoft Office PowerPoint</Application>
  <PresentationFormat>شاشة عريضة</PresentationFormat>
  <Paragraphs>58</Paragraphs>
  <Slides>32</Slides>
  <Notes>0</Notes>
  <HiddenSlides>0</HiddenSlides>
  <MMClips>0</MMClips>
  <ScaleCrop>false</ScaleCrop>
  <HeadingPairs>
    <vt:vector size="6" baseType="variant">
      <vt:variant>
        <vt:lpstr>الخطوط المستخدمة</vt:lpstr>
      </vt:variant>
      <vt:variant>
        <vt:i4>4</vt:i4>
      </vt:variant>
      <vt:variant>
        <vt:lpstr>نسق</vt:lpstr>
      </vt:variant>
      <vt:variant>
        <vt:i4>1</vt:i4>
      </vt:variant>
      <vt:variant>
        <vt:lpstr>عناوين الشرائح</vt:lpstr>
      </vt:variant>
      <vt:variant>
        <vt:i4>32</vt:i4>
      </vt:variant>
    </vt:vector>
  </HeadingPairs>
  <TitlesOfParts>
    <vt:vector size="37" baseType="lpstr">
      <vt:lpstr>Arial</vt:lpstr>
      <vt:lpstr>Calibri</vt:lpstr>
      <vt:lpstr>Calibri Light</vt:lpstr>
      <vt:lpstr>Dubai</vt:lpstr>
      <vt:lpstr>نسق Office</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lpstr>عرض تقديمي في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عرض تقديمي في PowerPoint</dc:title>
  <dc:creator>abeer saleh</dc:creator>
  <cp:lastModifiedBy>abeer saleh</cp:lastModifiedBy>
  <cp:revision>50</cp:revision>
  <dcterms:created xsi:type="dcterms:W3CDTF">2021-08-10T12:54:53Z</dcterms:created>
  <dcterms:modified xsi:type="dcterms:W3CDTF">2021-08-11T12:36:52Z</dcterms:modified>
</cp:coreProperties>
</file>